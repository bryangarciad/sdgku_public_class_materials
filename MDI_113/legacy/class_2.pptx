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32"/>
  </p:notesMasterIdLst>
  <p:handoutMasterIdLst>
    <p:handoutMasterId r:id="rId3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ing for Wearables (watchOS) - Advanced Workshop" id="{AB6F883E-92C5-48B0-8B35-4726FED081FA}">
          <p14:sldIdLst>
            <p14:sldId id="2561"/>
          </p14:sldIdLst>
        </p14:section>
        <p14:section name="Introduction &amp; Goals" id="{C7EC7CFE-BE22-4E17-B4F1-9581EE6DA4AE}">
          <p14:sldIdLst>
            <p14:sldId id="2562"/>
            <p14:sldId id="2563"/>
          </p14:sldIdLst>
        </p14:section>
        <p14:section name="Why Wearables Are Different" id="{9909E50C-5EDC-429F-8E3A-BC72091610E2}">
          <p14:sldIdLst>
            <p14:sldId id="2564"/>
            <p14:sldId id="2565"/>
          </p14:sldIdLst>
        </p14:section>
        <p14:section name="watchOS Design Principles" id="{76CC4397-84B2-4BE7-843D-FC02BEB8AB88}">
          <p14:sldIdLst>
            <p14:sldId id="2566"/>
            <p14:sldId id="2567"/>
          </p14:sldIdLst>
        </p14:section>
        <p14:section name="Navigation &amp; Layout Best Practices" id="{A81F9DE7-D0E5-43DE-87DC-09F21000F7A5}">
          <p14:sldIdLst>
            <p14:sldId id="2568"/>
            <p14:sldId id="2569"/>
          </p14:sldIdLst>
        </p14:section>
        <p14:section name="Typography, Color, and Imagery" id="{54CFFC7A-D5A0-4360-80B4-FFBB8580786C}">
          <p14:sldIdLst>
            <p14:sldId id="2570"/>
            <p14:sldId id="2571"/>
          </p14:sldIdLst>
        </p14:section>
        <p14:section name="Input &amp; Feedback" id="{604C10D3-F0DC-441E-B74C-A0FE6B4C7B3A}">
          <p14:sldIdLst>
            <p14:sldId id="2572"/>
            <p14:sldId id="2573"/>
          </p14:sldIdLst>
        </p14:section>
        <p14:section name="Accessibility &amp; Inclusive Design" id="{F2F78493-306C-457A-A676-AD67DB2AFFF4}">
          <p14:sldIdLst>
            <p14:sldId id="2574"/>
            <p14:sldId id="2575"/>
          </p14:sldIdLst>
        </p14:section>
        <p14:section name="Performance Optimization &amp; Battery Considerations" id="{3BDD4980-B260-401D-ADB4-F5C468FD05D6}">
          <p14:sldIdLst>
            <p14:sldId id="2576"/>
            <p14:sldId id="2577"/>
          </p14:sldIdLst>
        </p14:section>
        <p14:section name="Hands-on Project: Advanced Rick &amp; Morty Grid" id="{D5DB9ACB-C631-486E-BE4F-4E98F89A7FA8}">
          <p14:sldIdLst>
            <p14:sldId id="2578"/>
            <p14:sldId id="2579"/>
          </p14:sldIdLst>
        </p14:section>
        <p14:section name="Practical Exercises &amp; Group Critique" id="{59979B8E-2326-4B67-AE3F-0F7F85509293}">
          <p14:sldIdLst>
            <p14:sldId id="2580"/>
            <p14:sldId id="2581"/>
          </p14:sldIdLst>
        </p14:section>
        <p14:section name="Student Backlog &amp; Sprint Planning" id="{74EF667D-71E9-4696-82CA-55E2D417A4DC}">
          <p14:sldIdLst>
            <p14:sldId id="2582"/>
            <p14:sldId id="2583"/>
          </p14:sldIdLst>
        </p14:section>
        <p14:section name="Evaluation Rubric &amp; Submission Guidelines" id="{D448E3E3-4232-470C-A6E4-E0784B56753C}">
          <p14:sldIdLst>
            <p14:sldId id="2584"/>
            <p14:sldId id="2585"/>
          </p14:sldIdLst>
        </p14:section>
        <p14:section name="References &amp; Further Reading" id="{C850E11C-A7F4-4D3A-934D-E326BA3EB74E}">
          <p14:sldIdLst>
            <p14:sldId id="2586"/>
            <p14:sldId id="258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DFC7F-D0C7-4538-AE8D-DC616AA3A762}" v="30" dt="2025-10-25T17:52:37.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42" autoAdjust="0"/>
    <p:restoredTop sz="94597"/>
  </p:normalViewPr>
  <p:slideViewPr>
    <p:cSldViewPr snapToGrid="0">
      <p:cViewPr>
        <p:scale>
          <a:sx n="100" d="100"/>
          <a:sy n="100" d="100"/>
        </p:scale>
        <p:origin x="-696" y="-398"/>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10/25/2025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292195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Workshop Overview and Objectives
</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795300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This introductory section sets the stage for the 3-hour advanced workshop on designing for wearables using watchOS. Participants will gain a comprehensive understanding of the unique constraints and opportunities presented by wearable devices, particularly the Apple Watch. The session outlines the goals of the workshop, which include mastering watchOS design principles, implementing effective UI/UX strategies, and building a hands-on project using SwiftUI. Attendees will be introduced to the instructor, Ramses García Duran, and the course structure, which includes theoretical discussions, practical exercises, and group critiques. The importance of designing glanceable, ergonomic interfaces for small screens will be emphasized, along with the role of the Digital Crown and haptics in user interaction. This section also provides an overview of the tools and resources that will be used throughout the workshop, including Xcode, SwiftUI, and Apple's Human Interface Guidelines.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361608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Design Constraints and User Context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016401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Wearable devices, especially smartwatches, present a unique set of design challenges that differ significantly from smartphones and tablets. This section delves into the constraints imposed by tiny displays, limited interaction time, and the in-motion context in which wearables are used. Designers must prioritize glanceability, ensuring that users can absorb key information within seconds. The proximity of the device to the user's eyes and the frequent use of complications over full apps necessitate a focus on brevity and clarity. The Digital Crown serves as the primary navigation tool, supporting vertical scrolling and minimizing the need for complex gestures. This section also explores how wearables are often used in dynamic environments—while walking, exercising, or multitasking—which demands intuitive and responsive interfaces. Real-world examples and diagrams illustrate how successful wearable apps address these constraints through thoughtful design choices.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196769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Core Guidelines and Personalization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936564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Apple's watchOS design principles emphasize immediacy, simplicity, and personalization. This section provides an in-depth analysis of these principles, starting with the concept of 'prioritize the moment,' which encourages designers to surface the most relevant information based on context. Navigation hierarchies should be shallow, enabling users to complete tasks with minimal effort. Quick, targeted actions using one or two gestures are preferred, and interfaces should adapt to on-device context such as time, activity, and location. The session includes visual examples of apps that successfully implement these principles, along with code snippets demonstrating how to use SwiftUI to create responsive and context-aware interfaces. Participants will engage in exercises that challenge them to redesign existing app flows to align with watchOS guidelines, fostering a deeper understanding of effective wearable UX.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4259301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Implementing Shallow Hierarchies and Scrollable Views
</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070858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Effective navigation and layout are critical to the usability of watchOS apps. This section explores best practices for structuring content using NavigationStack and carousel-style lists that feel native to the platform. Vertical scrolling is preferred, and nested scroll views should be avoided to maintain performance and clarity. Designers are encouraged to use contentMargins to ensure safe bounds and prevent UI elements from being clipped. Code samples illustrate how to implement these layouts using SwiftUI, and participants will build a sample interface that demonstrates these principles. The session also includes a critique of common layout mistakes and how to resolve them. Visual diagrams and mockups help clarify the spatial relationships between UI components, and exercises guide attendees through optimizing navigation flows for glanceability and ease of use.
</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107757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Designing for Legibility and Performance
</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233253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Typography, color, and imagery play a vital role in the visual clarity and aesthetic appeal of watchOS apps. This section provides detailed guidance on using SF Compact fonts with Regular to Bold weights to ensure legibility on small screens. Designers should avoid ultralight and thin styles and maintain high contrast, especially when Bold Text is enabled. Color should be used sparingly and primarily for encoding state or drawing attention to key elements. Imagery must be optimized for performance; AsyncImage is recommended for remote images, and resizing should be handled within content closures using scaledToFill. Images should be clipped to rounded rectangles or circles to match the watchOS aesthetic. Participants will review examples of effective and ineffective use of typography and imagery, and complete exercises that involve designing UI components with proper font and image settings. Performance considerations such as caching and battery usage are also discussed.
</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4280147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Using the Digital Crown, Gestures, and Haptics
</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454764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Input and feedback mechanisms on watchOS are limited but powerful. This section explores how to effectively use the Digital Crown for vertical navigation, and how to implement simple gestures such as tap and swipe. Complex gesture flows should be avoided to maintain usability. Haptic feedback is a key component of user interaction, providing confirmation for important actions and enhancing the tactile experience. Designers should also provide touch equivalents for Crown interactions to ensure accessibility. Code samples demonstrate how to integrate haptics and gesture recognizers in SwiftUI. Participants will engage in hands-on exercises to build interactive components that respond to user input with appropriate feedback. Visual examples and diagrams illustrate the role of input mechanisms in guiding user behavior and improving engagement.
</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1442961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Designing for All Users
</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468119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Accessibility is a critical aspect of wearable design. This section covers essential practices for making watchOS apps usable by people with diverse abilities. VoiceOver labels should be concise and descriptive, and hit targets must be appropriately sized for the small screen. Support for Dynamic Type and Bold Text ensures readability, and designers must avoid relying solely on color to convey information. Participants will learn how to test their apps using accessibility settings and tools, and review examples of inclusive design. Exercises include auditing an existing interface for accessibility issues and implementing improvements. The session emphasizes the importance of empathy and user-centered design, encouraging participants to consider the needs of all users in their work.
</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2454634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Efficient Resource Management
</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4215095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Performance and battery life are paramount in wearable app development. This section explores strategies for optimizing image and network usage to reduce battery drain. Developers should profile their apps to identify performance bottlenecks and use caching wisely to minimize network calls. AsyncImage and lazy loading techniques are recommended for handling remote content. Participants will learn how to test their apps under different network conditions and on various watch sizes. Exercises include analyzing performance metrics and implementing optimizations. Visual diagrams illustrate the impact of resource usage on battery life, and best practices are provided for maintaining smooth scrolling and responsive interfaces.
</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3782820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Building a Feature-Rich Interface
</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3845323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In this hands-on project, participants will build an advanced version of the Rick &amp; Morty character grid using SwiftUI. The architecture includes models, API integration, a data store, and views. A single HTTP GET request retrieves character data, which is displayed in a LazyVGrid with two columns. Each tile uses AsyncImage and includes metadata. The detail view presents a scrollable interface with additional character information. Participants will implement loading, empty, and error states, as well as search and filter functionality. Exercises include adding favorites with persistence, image caching, and haptic feedback. Optional features such as complications and iPhone companion apps are also discussed. Code samples and diagrams guide participants through each step of the project.
</a:t>
            </a:r>
          </a:p>
        </p:txBody>
      </p:sp>
      <p:sp>
        <p:nvSpPr>
          <p:cNvPr id="4" name="Slide Number Placeholder 3"/>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1186733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Collaborative Design Review
</a:t>
            </a:r>
          </a:p>
        </p:txBody>
      </p:sp>
      <p:sp>
        <p:nvSpPr>
          <p:cNvPr id="4" name="Slide Number Placeholder 3"/>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3234304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This interactive session allows participants to present their project work and receive feedback from peers and the instructor. Exercises include redesigning UI components based on critique, identifying accessibility improvements, and optimizing performance. Group discussions foster a collaborative learning environment and encourage critical thinking. Participants will learn how to articulate design decisions and respond to constructive feedback. The session emphasizes the value of iteration and refinement in the design process. Visual examples and mockups are used to illustrate key points, and best practices for conducting design reviews are shared.
</a:t>
            </a:r>
          </a:p>
        </p:txBody>
      </p:sp>
      <p:sp>
        <p:nvSpPr>
          <p:cNvPr id="4" name="Slide Number Placeholder 3"/>
          <p:cNvSpPr>
            <a:spLocks noGrp="1"/>
          </p:cNvSpPr>
          <p:nvPr>
            <p:ph type="sldNum" sz="quarter" idx="5"/>
          </p:nvPr>
        </p:nvSpPr>
        <p:spPr/>
        <p:txBody>
          <a:bodyPr/>
          <a:lstStyle/>
          <a:p>
            <a:fld id="{38EFF46E-6B43-41F9-9272-B566D03A251C}" type="slidenum">
              <a:rPr lang="en-US" smtClean="0"/>
              <a:t>21</a:t>
            </a:fld>
            <a:endParaRPr lang="en-US"/>
          </a:p>
        </p:txBody>
      </p:sp>
    </p:spTree>
    <p:extLst>
      <p:ext uri="{BB962C8B-B14F-4D97-AF65-F5344CB8AC3E}">
        <p14:creationId xmlns:p14="http://schemas.microsoft.com/office/powerpoint/2010/main" val="1263633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Organizing Development Tasks
</a:t>
            </a:r>
          </a:p>
        </p:txBody>
      </p:sp>
      <p:sp>
        <p:nvSpPr>
          <p:cNvPr id="4" name="Slide Number Placeholder 3"/>
          <p:cNvSpPr>
            <a:spLocks noGrp="1"/>
          </p:cNvSpPr>
          <p:nvPr>
            <p:ph type="sldNum" sz="quarter" idx="5"/>
          </p:nvPr>
        </p:nvSpPr>
        <p:spPr/>
        <p:txBody>
          <a:bodyPr/>
          <a:lstStyle/>
          <a:p>
            <a:fld id="{38EFF46E-6B43-41F9-9272-B566D03A251C}" type="slidenum">
              <a:rPr lang="en-US" smtClean="0"/>
              <a:t>22</a:t>
            </a:fld>
            <a:endParaRPr lang="en-US"/>
          </a:p>
        </p:txBody>
      </p:sp>
    </p:spTree>
    <p:extLst>
      <p:ext uri="{BB962C8B-B14F-4D97-AF65-F5344CB8AC3E}">
        <p14:creationId xmlns:p14="http://schemas.microsoft.com/office/powerpoint/2010/main" val="21571967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Effective sprint planning is essential for managing wearable app development. This section introduces a Jira-style backlog with stories organized into three sprints. Sprint 1 focuses on loading states, search, and filters. Sprint 2 adds favorites, persistence, caching, and haptics. Sprint 3 includes complications, accessibility QA, and performance optimization. Each story includes acceptance criteria and tasks. Participants will learn how to prioritize features, estimate effort, and track progress. Exercises include creating backlog items for their own projects and planning a sprint. Visual diagrams illustrate the workflow, and best practices for agile development are discussed.
</a:t>
            </a:r>
          </a:p>
        </p:txBody>
      </p:sp>
      <p:sp>
        <p:nvSpPr>
          <p:cNvPr id="4" name="Slide Number Placeholder 3"/>
          <p:cNvSpPr>
            <a:spLocks noGrp="1"/>
          </p:cNvSpPr>
          <p:nvPr>
            <p:ph type="sldNum" sz="quarter" idx="5"/>
          </p:nvPr>
        </p:nvSpPr>
        <p:spPr/>
        <p:txBody>
          <a:bodyPr/>
          <a:lstStyle/>
          <a:p>
            <a:fld id="{38EFF46E-6B43-41F9-9272-B566D03A251C}" type="slidenum">
              <a:rPr lang="en-US" smtClean="0"/>
              <a:t>23</a:t>
            </a:fld>
            <a:endParaRPr lang="en-US"/>
          </a:p>
        </p:txBody>
      </p:sp>
    </p:spTree>
    <p:extLst>
      <p:ext uri="{BB962C8B-B14F-4D97-AF65-F5344CB8AC3E}">
        <p14:creationId xmlns:p14="http://schemas.microsoft.com/office/powerpoint/2010/main" val="13770651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Assessing Project Quality
</a:t>
            </a:r>
          </a:p>
        </p:txBody>
      </p:sp>
      <p:sp>
        <p:nvSpPr>
          <p:cNvPr id="4" name="Slide Number Placeholder 3"/>
          <p:cNvSpPr>
            <a:spLocks noGrp="1"/>
          </p:cNvSpPr>
          <p:nvPr>
            <p:ph type="sldNum" sz="quarter" idx="5"/>
          </p:nvPr>
        </p:nvSpPr>
        <p:spPr/>
        <p:txBody>
          <a:bodyPr/>
          <a:lstStyle/>
          <a:p>
            <a:fld id="{38EFF46E-6B43-41F9-9272-B566D03A251C}" type="slidenum">
              <a:rPr lang="en-US" smtClean="0"/>
              <a:t>24</a:t>
            </a:fld>
            <a:endParaRPr lang="en-US"/>
          </a:p>
        </p:txBody>
      </p:sp>
    </p:spTree>
    <p:extLst>
      <p:ext uri="{BB962C8B-B14F-4D97-AF65-F5344CB8AC3E}">
        <p14:creationId xmlns:p14="http://schemas.microsoft.com/office/powerpoint/2010/main" val="1221219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This section outlines the criteria used to evaluate participant projects. UX quality is assessed based on glanceability, hierarchy, and feedback mechanisms. Code quality focuses on MVVM architecture and use of async/await. Performance is evaluated through smooth scrolling and minimal network usage. Accessibility is judged by the presence of labels, contrast, and support for Dynamic Type. Participants will receive a rubric with detailed scoring guidelines and submission instructions. Exercises include self-assessment and peer review. Visual examples illustrate high-quality submissions, and tips are provided for improving project outcomes.
</a:t>
            </a:r>
          </a:p>
        </p:txBody>
      </p:sp>
      <p:sp>
        <p:nvSpPr>
          <p:cNvPr id="4" name="Slide Number Placeholder 3"/>
          <p:cNvSpPr>
            <a:spLocks noGrp="1"/>
          </p:cNvSpPr>
          <p:nvPr>
            <p:ph type="sldNum" sz="quarter" idx="5"/>
          </p:nvPr>
        </p:nvSpPr>
        <p:spPr/>
        <p:txBody>
          <a:bodyPr/>
          <a:lstStyle/>
          <a:p>
            <a:fld id="{38EFF46E-6B43-41F9-9272-B566D03A251C}" type="slidenum">
              <a:rPr lang="en-US" smtClean="0"/>
              <a:t>25</a:t>
            </a:fld>
            <a:endParaRPr lang="en-US"/>
          </a:p>
        </p:txBody>
      </p:sp>
    </p:spTree>
    <p:extLst>
      <p:ext uri="{BB962C8B-B14F-4D97-AF65-F5344CB8AC3E}">
        <p14:creationId xmlns:p14="http://schemas.microsoft.com/office/powerpoint/2010/main" val="1485198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Resources for Continued Learning
</a:t>
            </a:r>
          </a:p>
        </p:txBody>
      </p:sp>
      <p:sp>
        <p:nvSpPr>
          <p:cNvPr id="4" name="Slide Number Placeholder 3"/>
          <p:cNvSpPr>
            <a:spLocks noGrp="1"/>
          </p:cNvSpPr>
          <p:nvPr>
            <p:ph type="sldNum" sz="quarter" idx="5"/>
          </p:nvPr>
        </p:nvSpPr>
        <p:spPr/>
        <p:txBody>
          <a:bodyPr/>
          <a:lstStyle/>
          <a:p>
            <a:fld id="{38EFF46E-6B43-41F9-9272-B566D03A251C}" type="slidenum">
              <a:rPr lang="en-US" smtClean="0"/>
              <a:t>26</a:t>
            </a:fld>
            <a:endParaRPr lang="en-US"/>
          </a:p>
        </p:txBody>
      </p:sp>
    </p:spTree>
    <p:extLst>
      <p:ext uri="{BB962C8B-B14F-4D97-AF65-F5344CB8AC3E}">
        <p14:creationId xmlns:p14="http://schemas.microsoft.com/office/powerpoint/2010/main" val="297757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https://insulet-my.sharepoint.com/personal/rgarciaduran_insulet_com/_layouts/15/Doc.aspx?sourcedoc=%7BC4CF4B3E-F4EC-40A5-97A6-702212ADA1BC%7D&amp;file=class_2.pptx&amp;action=edit&amp;mobileredirect=true
To support continued learning, this section provides a curated list of resources including Apple's Human Interface Guidelines for watchOS, Digital Crown usage guidelines, SwiftUI documentation for AsyncImage, Lists, and ScrollViews, and typography guidance for SF Compact. WWDC sessions on designing and building for watchOS are also recommended. Participants are encouraged to explore these materials to deepen their understanding and stay updated on best practices. Visual examples and links are provided for easy access.
</a:t>
            </a:r>
          </a:p>
        </p:txBody>
      </p:sp>
      <p:sp>
        <p:nvSpPr>
          <p:cNvPr id="4" name="Slide Number Placeholder 3"/>
          <p:cNvSpPr>
            <a:spLocks noGrp="1"/>
          </p:cNvSpPr>
          <p:nvPr>
            <p:ph type="sldNum" sz="quarter" idx="5"/>
          </p:nvPr>
        </p:nvSpPr>
        <p:spPr/>
        <p:txBody>
          <a:bodyPr/>
          <a:lstStyle/>
          <a:p>
            <a:fld id="{38EFF46E-6B43-41F9-9272-B566D03A251C}" type="slidenum">
              <a:rPr lang="en-US" smtClean="0"/>
              <a:t>27</a:t>
            </a:fld>
            <a:endParaRPr lang="en-US"/>
          </a:p>
        </p:txBody>
      </p:sp>
    </p:spTree>
    <p:extLst>
      <p:ext uri="{BB962C8B-B14F-4D97-AF65-F5344CB8AC3E}">
        <p14:creationId xmlns:p14="http://schemas.microsoft.com/office/powerpoint/2010/main" val="3735142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D356D-861B-1215-7331-E20866D6DD5E}"/>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bg2"/>
                </a:solidFill>
              </a:defRPr>
            </a:lvl1pPr>
          </a:lstStyle>
          <a:p>
            <a:pPr lvl="0"/>
            <a:r>
              <a:rPr lang="en-US" dirty="0"/>
              <a:t>Click to edit Master title style</a:t>
            </a:r>
          </a:p>
        </p:txBody>
      </p:sp>
      <p:sp>
        <p:nvSpPr>
          <p:cNvPr id="25" name="Subtitle 2">
            <a:extLst>
              <a:ext uri="{FF2B5EF4-FFF2-40B4-BE49-F238E27FC236}">
                <a16:creationId xmlns:a16="http://schemas.microsoft.com/office/drawing/2014/main" id="{88E6D8A1-0938-C004-DFF5-861B4F29A7E0}"/>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21" name="Slide Number Placeholder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23" name="Footer Placeholder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22" name="Date Placeholder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4F1AC263-88EE-42CC-B640-B12BA856CF71}" type="datetime1">
              <a:rPr lang="en-US" smtClean="0"/>
              <a:pPr/>
              <a:t>10/25/2025</a:t>
            </a:fld>
            <a:endParaRPr lang="en-US"/>
          </a:p>
        </p:txBody>
      </p:sp>
      <p:cxnSp>
        <p:nvCxnSpPr>
          <p:cNvPr id="3" name="Straight Connector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Graphic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accent2"/>
                </a:solidFill>
              </a:endParaRPr>
            </a:p>
          </p:txBody>
        </p:sp>
        <p:sp>
          <p:nvSpPr>
            <p:cNvPr id="7" name="Graphic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accent2"/>
                </a:solidFill>
              </a:endParaRPr>
            </a:p>
          </p:txBody>
        </p:sp>
        <p:sp>
          <p:nvSpPr>
            <p:cNvPr id="8" name="Graphic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66274F4-CACA-1807-4344-CC206113F33E}"/>
              </a:ext>
            </a:extLst>
          </p:cNvPr>
          <p:cNvSpPr>
            <a:spLocks noGrp="1"/>
          </p:cNvSpPr>
          <p:nvPr>
            <p:ph type="title"/>
          </p:nvPr>
        </p:nvSpPr>
        <p:spPr>
          <a:xfrm>
            <a:off x="1524000" y="731520"/>
            <a:ext cx="10069483" cy="951766"/>
          </a:xfrm>
        </p:spPr>
        <p:txBody>
          <a:bodyPr anchor="b">
            <a:noAutofit/>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10/25/2025</a:t>
            </a:fld>
            <a:endParaRPr lang="en-US" dirty="0"/>
          </a:p>
        </p:txBody>
      </p:sp>
      <p:sp>
        <p:nvSpPr>
          <p:cNvPr id="19" name="Content Placeholder 7">
            <a:extLst>
              <a:ext uri="{FF2B5EF4-FFF2-40B4-BE49-F238E27FC236}">
                <a16:creationId xmlns:a16="http://schemas.microsoft.com/office/drawing/2014/main" id="{2BE2C27D-A45C-D805-CEC9-BD1962E88A0D}"/>
              </a:ext>
            </a:extLst>
          </p:cNvPr>
          <p:cNvSpPr>
            <a:spLocks noGrp="1"/>
          </p:cNvSpPr>
          <p:nvPr>
            <p:ph sz="quarter" idx="14"/>
          </p:nvPr>
        </p:nvSpPr>
        <p:spPr>
          <a:xfrm>
            <a:off x="1523999" y="1865430"/>
            <a:ext cx="10057019"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Graphic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1">
            <a:extLst>
              <a:ext uri="{FF2B5EF4-FFF2-40B4-BE49-F238E27FC236}">
                <a16:creationId xmlns:a16="http://schemas.microsoft.com/office/drawing/2014/main" id="{18819DB6-C4B9-EEAC-9439-99B46B52A9F7}"/>
              </a:ext>
            </a:extLst>
          </p:cNvPr>
          <p:cNvSpPr>
            <a:spLocks noGrp="1"/>
          </p:cNvSpPr>
          <p:nvPr>
            <p:ph type="ctrTitle"/>
          </p:nvPr>
        </p:nvSpPr>
        <p:spPr>
          <a:xfrm>
            <a:off x="1523997" y="1589044"/>
            <a:ext cx="9143978" cy="2075688"/>
          </a:xfrm>
        </p:spPr>
        <p:txBody>
          <a:bodyPr vert="horz" lIns="91440" tIns="45720" rIns="91440" bIns="45720" rtlCol="0" anchor="t">
            <a:noAutofit/>
          </a:bodyPr>
          <a:lstStyle>
            <a:lvl1pPr>
              <a:defRPr lang="en-US" sz="8000" dirty="0">
                <a:solidFill>
                  <a:schemeClr val="tx2"/>
                </a:solidFill>
              </a:defRPr>
            </a:lvl1pPr>
          </a:lstStyle>
          <a:p>
            <a:pPr lvl="0"/>
            <a:r>
              <a:rPr lang="en-US" dirty="0"/>
              <a:t>Click to edit Master title style</a:t>
            </a:r>
          </a:p>
        </p:txBody>
      </p:sp>
      <p:sp>
        <p:nvSpPr>
          <p:cNvPr id="6" name="Subtitle 2">
            <a:extLst>
              <a:ext uri="{FF2B5EF4-FFF2-40B4-BE49-F238E27FC236}">
                <a16:creationId xmlns:a16="http://schemas.microsoft.com/office/drawing/2014/main" id="{E44E26EC-3B2F-89C4-929E-5B4C7D8E8C37}"/>
              </a:ext>
            </a:extLst>
          </p:cNvPr>
          <p:cNvSpPr>
            <a:spLocks noGrp="1"/>
          </p:cNvSpPr>
          <p:nvPr>
            <p:ph type="subTitle" idx="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defRPr>
            </a:lvl1pPr>
          </a:lstStyle>
          <a:p>
            <a:pPr lvl="0"/>
            <a:r>
              <a:rPr lang="en-US"/>
              <a:t>Click to edit Master subtitle style</a:t>
            </a:r>
          </a:p>
        </p:txBody>
      </p:sp>
      <p:sp>
        <p:nvSpPr>
          <p:cNvPr id="5" name="Slide Number Placeholder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a:lstStyle>
            <a:lvl1pPr>
              <a:defRPr>
                <a:solidFill>
                  <a:schemeClr val="bg1">
                    <a:lumMod val="65000"/>
                  </a:schemeClr>
                </a:solidFill>
              </a:defRPr>
            </a:lvl1pPr>
          </a:lstStyle>
          <a:p>
            <a:r>
              <a:rPr lang="en-US"/>
              <a:t>Sample Footer Text</a:t>
            </a:r>
          </a:p>
        </p:txBody>
      </p:sp>
      <p:sp>
        <p:nvSpPr>
          <p:cNvPr id="9" name="Date Placeholder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a:lstStyle/>
          <a:p>
            <a:fld id="{9467FC12-63BB-4A63-9424-BFBF8E1D71D9}" type="datetime1">
              <a:rPr lang="en-US" smtClean="0"/>
              <a:t>10/25/2025</a:t>
            </a:fld>
            <a:endParaRPr lang="en-US"/>
          </a:p>
        </p:txBody>
      </p:sp>
      <p:cxnSp>
        <p:nvCxnSpPr>
          <p:cNvPr id="4" name="Straight Connector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Graphic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1" name="Graphic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2" name="Graphic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
        <p:nvSpPr>
          <p:cNvPr id="8" name="Title 1">
            <a:extLst>
              <a:ext uri="{FF2B5EF4-FFF2-40B4-BE49-F238E27FC236}">
                <a16:creationId xmlns:a16="http://schemas.microsoft.com/office/drawing/2014/main" id="{8CEC42AA-27BF-B007-BB04-09C8C9EC4AB7}"/>
              </a:ext>
            </a:extLst>
          </p:cNvPr>
          <p:cNvSpPr>
            <a:spLocks noGrp="1"/>
          </p:cNvSpPr>
          <p:nvPr>
            <p:ph type="ctrTitle"/>
          </p:nvPr>
        </p:nvSpPr>
        <p:spPr>
          <a:xfrm>
            <a:off x="693824" y="1821900"/>
            <a:ext cx="10058376" cy="2303329"/>
          </a:xfrm>
        </p:spPr>
        <p:txBody>
          <a:bodyPr vert="horz" lIns="91440" tIns="45720" rIns="91440" bIns="45720" rtlCol="0" anchor="b">
            <a:noAutofit/>
          </a:bodyPr>
          <a:lstStyle>
            <a:lvl1pPr>
              <a:defRPr lang="en-US" sz="8000" dirty="0">
                <a:solidFill>
                  <a:schemeClr val="bg2"/>
                </a:solidFill>
              </a:defRPr>
            </a:lvl1pPr>
          </a:lstStyle>
          <a:p>
            <a:pPr lvl="0"/>
            <a:r>
              <a:rPr lang="en-US" dirty="0"/>
              <a:t>Click to edit Master title style</a:t>
            </a:r>
          </a:p>
        </p:txBody>
      </p:sp>
      <p:sp>
        <p:nvSpPr>
          <p:cNvPr id="7" name="Subtitle 2">
            <a:extLst>
              <a:ext uri="{FF2B5EF4-FFF2-40B4-BE49-F238E27FC236}">
                <a16:creationId xmlns:a16="http://schemas.microsoft.com/office/drawing/2014/main" id="{2D02356A-0FAC-18A7-430E-172D662A1E14}"/>
              </a:ext>
            </a:extLst>
          </p:cNvPr>
          <p:cNvSpPr>
            <a:spLocks noGrp="1"/>
          </p:cNvSpPr>
          <p:nvPr>
            <p:ph type="subTitle" idx="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07A3B59-4DAC-4AFE-874D-3A86EC3801A0}" type="datetime1">
              <a:rPr lang="en-US" smtClean="0"/>
              <a:pPr/>
              <a:t>10/25/2025</a:t>
            </a:fld>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Graphic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6" name="Rectangle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1" y="4830149"/>
            <a:ext cx="9973455" cy="938784"/>
          </a:xfrm>
        </p:spPr>
        <p:txBody>
          <a:bodyPr vert="horz" lIns="91440" tIns="45720" rIns="91440" bIns="45720" rtlCol="0" anchor="b">
            <a:no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1" y="5799255"/>
            <a:ext cx="9973455" cy="457200"/>
          </a:xfrm>
        </p:spPr>
        <p:txBody>
          <a:bodyPr vert="horz" lIns="91440" tIns="45720" rIns="91440" bIns="45720" rtlCol="0">
            <a:noAutofit/>
          </a:bodyPr>
          <a:lstStyle>
            <a:lvl1pPr marL="0" indent="0">
              <a:buNone/>
              <a:defRPr lang="en-US" sz="2000" dirty="0"/>
            </a:lvl1pPr>
          </a:lstStyle>
          <a:p>
            <a:pPr lvl="0"/>
            <a:r>
              <a:rPr lang="en-US" dirty="0"/>
              <a:t>Click to edit Master subtitle style</a:t>
            </a:r>
          </a:p>
        </p:txBody>
      </p:sp>
      <p:sp>
        <p:nvSpPr>
          <p:cNvPr id="16" name="Picture Placeholder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888334B-5C34-4E7E-A4B0-3A19575F6DD8}" type="datetime1">
              <a:rPr lang="en-US" smtClean="0"/>
              <a:t>10/25/2025</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9A38D88-7881-D4FF-5259-971983942C32}"/>
              </a:ext>
            </a:extLst>
          </p:cNvPr>
          <p:cNvSpPr>
            <a:spLocks noGrp="1"/>
          </p:cNvSpPr>
          <p:nvPr>
            <p:ph type="ctrTitle"/>
          </p:nvPr>
        </p:nvSpPr>
        <p:spPr>
          <a:xfrm>
            <a:off x="4267200" y="1769161"/>
            <a:ext cx="7284046"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17" name="Subtitle 2">
            <a:extLst>
              <a:ext uri="{FF2B5EF4-FFF2-40B4-BE49-F238E27FC236}">
                <a16:creationId xmlns:a16="http://schemas.microsoft.com/office/drawing/2014/main" id="{D3DF9455-AAB1-80EB-CDF7-31CB3D9C4307}"/>
              </a:ext>
            </a:extLst>
          </p:cNvPr>
          <p:cNvSpPr>
            <a:spLocks noGrp="1"/>
          </p:cNvSpPr>
          <p:nvPr>
            <p:ph type="subTitle" idx="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9" name="Picture Placeholder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a:lstStyle/>
          <a:p>
            <a:r>
              <a:rPr lang="en-US"/>
              <a:t>Sample Footer Text</a:t>
            </a:r>
          </a:p>
        </p:txBody>
      </p:sp>
      <p:sp>
        <p:nvSpPr>
          <p:cNvPr id="12" name="Date Placeholder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10/25/2025</a:t>
            </a:fld>
            <a:endParaRPr lang="en-US"/>
          </a:p>
        </p:txBody>
      </p:sp>
      <p:sp>
        <p:nvSpPr>
          <p:cNvPr id="15" name="Slide Number Placeholder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4" name="Graphic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5" name="Graphic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181600" y="1769161"/>
            <a:ext cx="6369646" cy="2428125"/>
          </a:xfrm>
        </p:spPr>
        <p:txBody>
          <a:bodyPr vert="horz" lIns="91440" tIns="45720" rIns="91440" bIns="45720" rtlCol="0" anchor="b">
            <a:noAutofit/>
          </a:bodyPr>
          <a:lstStyle>
            <a:lvl1pPr>
              <a:defRPr lang="en-US" sz="6000" dirty="0">
                <a:solidFill>
                  <a:schemeClr val="bg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defRPr>
            </a:lvl1pPr>
          </a:lstStyle>
          <a:p>
            <a:pPr lvl="0"/>
            <a:r>
              <a:rPr lang="en-US" dirty="0"/>
              <a:t>Click to edit Master subtitle style</a:t>
            </a:r>
          </a:p>
        </p:txBody>
      </p:sp>
      <p:sp>
        <p:nvSpPr>
          <p:cNvPr id="70" name="Picture Placeholder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bg1"/>
                </a:solidFill>
                <a:effectLst/>
              </a:defRPr>
            </a:lvl1pPr>
          </a:lstStyle>
          <a:p>
            <a:fld id="{1F92EF8E-B9EB-49F8-83E1-F362FA442011}" type="datetime1">
              <a:rPr lang="en-US" smtClean="0"/>
              <a:pPr/>
              <a:t>10/25/2025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71" name="Group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Graphic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73" name="Graphic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74" name="Graphic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itle 1">
            <a:extLst>
              <a:ext uri="{FF2B5EF4-FFF2-40B4-BE49-F238E27FC236}">
                <a16:creationId xmlns:a16="http://schemas.microsoft.com/office/drawing/2014/main" id="{D244D47C-238B-4C58-A3EA-D08BC92B1454}"/>
              </a:ext>
            </a:extLst>
          </p:cNvPr>
          <p:cNvSpPr>
            <a:spLocks noGrp="1"/>
          </p:cNvSpPr>
          <p:nvPr>
            <p:ph type="ctrTitle"/>
          </p:nvPr>
        </p:nvSpPr>
        <p:spPr>
          <a:xfrm>
            <a:off x="731520" y="1769161"/>
            <a:ext cx="6347479" cy="2428125"/>
          </a:xfrm>
        </p:spPr>
        <p:txBody>
          <a:bodyPr vert="horz" lIns="91440" tIns="45720" rIns="91440" bIns="45720" rtlCol="0" anchor="b">
            <a:noAutofit/>
          </a:bodyPr>
          <a:lstStyle>
            <a:lvl1pPr>
              <a:defRPr lang="en-US" sz="6000" dirty="0">
                <a:solidFill>
                  <a:schemeClr val="tx2"/>
                </a:solidFill>
              </a:defRPr>
            </a:lvl1pPr>
          </a:lstStyle>
          <a:p>
            <a:pPr lvl="0"/>
            <a:r>
              <a:rPr lang="en-US" dirty="0"/>
              <a:t>Click to edit Master title style</a:t>
            </a:r>
          </a:p>
        </p:txBody>
      </p:sp>
      <p:sp>
        <p:nvSpPr>
          <p:cNvPr id="43" name="Subtitle 2">
            <a:extLst>
              <a:ext uri="{FF2B5EF4-FFF2-40B4-BE49-F238E27FC236}">
                <a16:creationId xmlns:a16="http://schemas.microsoft.com/office/drawing/2014/main" id="{BE024BDA-EDE4-950C-5CAA-808A8A9709BC}"/>
              </a:ext>
            </a:extLst>
          </p:cNvPr>
          <p:cNvSpPr>
            <a:spLocks noGrp="1"/>
          </p:cNvSpPr>
          <p:nvPr>
            <p:ph type="subTitle" idx="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defRPr>
            </a:lvl1pPr>
          </a:lstStyle>
          <a:p>
            <a:pPr lvl="0"/>
            <a:r>
              <a:rPr lang="en-US" dirty="0"/>
              <a:t>Click to edit Master subtitle style</a:t>
            </a:r>
          </a:p>
        </p:txBody>
      </p:sp>
      <p:sp>
        <p:nvSpPr>
          <p:cNvPr id="15" name="Footer Placeholder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a:lstStyle/>
          <a:p>
            <a:r>
              <a:rPr lang="en-US" dirty="0"/>
              <a:t>Sample Footer Text</a:t>
            </a:r>
          </a:p>
        </p:txBody>
      </p:sp>
      <p:sp>
        <p:nvSpPr>
          <p:cNvPr id="14" name="Date Placeholder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a:lstStyle>
            <a:lvl1pPr>
              <a:defRPr>
                <a:solidFill>
                  <a:schemeClr val="bg1">
                    <a:lumMod val="65000"/>
                  </a:schemeClr>
                </a:solidFill>
                <a:effectLst/>
              </a:defRPr>
            </a:lvl1pPr>
          </a:lstStyle>
          <a:p>
            <a:fld id="{1F92EF8E-B9EB-49F8-83E1-F362FA442011}" type="datetime1">
              <a:rPr lang="en-US" smtClean="0"/>
              <a:pPr/>
              <a:t>10/25/2025</a:t>
            </a:fld>
            <a:endParaRPr lang="en-US"/>
          </a:p>
        </p:txBody>
      </p:sp>
      <p:sp>
        <p:nvSpPr>
          <p:cNvPr id="16" name="Slide Number Placeholder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a:lstStyle/>
          <a:p>
            <a:fld id="{AEAA3239-9EA4-4A65-A281-97F994456D9F}" type="slidenum">
              <a:rPr lang="en-US" smtClean="0"/>
              <a:t>‹#›</a:t>
            </a:fld>
            <a:endParaRPr lang="en-US"/>
          </a:p>
        </p:txBody>
      </p:sp>
      <p:sp>
        <p:nvSpPr>
          <p:cNvPr id="20" name="Picture Placeholder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Graphic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5" name="Graphic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6" name="Graphic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vl1pPr>
          </a:lstStyle>
          <a:p>
            <a:pPr lvl="0"/>
            <a:r>
              <a:rPr lang="en-US" dirty="0"/>
              <a:t>Section Header</a:t>
            </a:r>
          </a:p>
        </p:txBody>
      </p:sp>
      <p:sp>
        <p:nvSpPr>
          <p:cNvPr id="8" name="Slide Number Placeholder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7" name="Footer Placeholder 6">
            <a:extLst>
              <a:ext uri="{FF2B5EF4-FFF2-40B4-BE49-F238E27FC236}">
                <a16:creationId xmlns:a16="http://schemas.microsoft.com/office/drawing/2014/main" id="{0F88A337-5DA0-D43A-9171-0BE54F3B986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DE5E48CF-6B97-2628-4E35-BBA37CF30176}"/>
              </a:ext>
            </a:extLst>
          </p:cNvPr>
          <p:cNvSpPr>
            <a:spLocks noGrp="1"/>
          </p:cNvSpPr>
          <p:nvPr>
            <p:ph type="dt" sz="half" idx="10"/>
          </p:nvPr>
        </p:nvSpPr>
        <p:spPr/>
        <p:txBody>
          <a:bodyPr/>
          <a:lstStyle>
            <a:lvl1pPr>
              <a:defRPr>
                <a:solidFill>
                  <a:schemeClr val="tx1"/>
                </a:solidFill>
              </a:defRPr>
            </a:lvl1pPr>
          </a:lstStyle>
          <a:p>
            <a:fld id="{7DF4F7BB-A1DF-4BD2-8D5B-CA9EB40127CE}" type="datetime1">
              <a:rPr lang="en-US" smtClean="0"/>
              <a:pPr/>
              <a:t>10/25/2025</a:t>
            </a:fld>
            <a:endParaRPr lang="en-US"/>
          </a:p>
        </p:txBody>
      </p:sp>
      <p:grpSp>
        <p:nvGrpSpPr>
          <p:cNvPr id="4" name="Group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Graphic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6" name="Graphic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cxnSp>
        <p:nvCxnSpPr>
          <p:cNvPr id="11" name="Straight Connector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anchor="b">
            <a:normAutofit/>
          </a:bodyPr>
          <a:lstStyle>
            <a:lvl1pPr>
              <a:defRPr sz="6000">
                <a:solidFill>
                  <a:schemeClr val="bg2"/>
                </a:solidFill>
              </a:defRPr>
            </a:lvl1pPr>
          </a:lstStyle>
          <a:p>
            <a:r>
              <a:rPr lang="en-US" dirty="0"/>
              <a:t>Agenda</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7048" y="2971800"/>
            <a:ext cx="8229603" cy="3200399"/>
          </a:xfrm>
        </p:spPr>
        <p:txBody>
          <a:bodyPr>
            <a:normAutofit/>
          </a:bodyPr>
          <a:lstStyle>
            <a:lvl1pPr marL="457200" indent="-457200">
              <a:buFont typeface="+mj-lt"/>
              <a:buAutoNum type="arabicPeriod"/>
              <a:defRPr sz="1800">
                <a:solidFill>
                  <a:schemeClr val="bg1"/>
                </a:solidFill>
              </a:defRPr>
            </a:lvl1pPr>
            <a:lvl2pPr marL="685800" indent="-457200">
              <a:buFont typeface="+mj-lt"/>
              <a:buAutoNum type="arabicPeriod"/>
              <a:defRPr sz="1600">
                <a:solidFill>
                  <a:schemeClr val="bg1"/>
                </a:solidFill>
              </a:defRPr>
            </a:lvl2pPr>
            <a:lvl3pPr marL="800100" indent="-342900">
              <a:buFont typeface="+mj-lt"/>
              <a:buAutoNum type="arabicPeriod"/>
              <a:defRPr sz="1400">
                <a:solidFill>
                  <a:schemeClr val="bg1"/>
                </a:solidFill>
              </a:defRPr>
            </a:lvl3pPr>
            <a:lvl4pPr marL="1028700" indent="-342900">
              <a:buFont typeface="+mj-lt"/>
              <a:buAutoNum type="arabicPeriod"/>
              <a:defRPr sz="1400">
                <a:solidFill>
                  <a:schemeClr val="bg1"/>
                </a:solidFill>
              </a:defRPr>
            </a:lvl4pPr>
            <a:lvl5pPr marL="1257300" indent="-342900">
              <a:buFont typeface="+mj-lt"/>
              <a:buAutoNum type="arabicPeriod"/>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1"/>
                </a:solidFill>
              </a:defRPr>
            </a:lvl1pPr>
          </a:lstStyle>
          <a:p>
            <a:fld id="{4F1AC263-88EE-42CC-B640-B12BA856CF71}" type="datetime1">
              <a:rPr lang="en-US" smtClean="0"/>
              <a:pPr/>
              <a:t>10/25/2025</a:t>
            </a:fld>
            <a:endParaRPr lang="en-US"/>
          </a:p>
        </p:txBody>
      </p:sp>
      <p:grpSp>
        <p:nvGrpSpPr>
          <p:cNvPr id="32" name="Group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Graphic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34" name="Graphic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35" name="Graphic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cxnSp>
        <p:nvCxnSpPr>
          <p:cNvPr id="6" name="Straight Connector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anchor="b">
            <a:normAutofit/>
          </a:bodyPr>
          <a:lstStyle>
            <a:lvl1pPr>
              <a:defRPr sz="6000">
                <a:solidFill>
                  <a:schemeClr val="tx2"/>
                </a:solidFill>
              </a:defRPr>
            </a:lvl1pPr>
          </a:lstStyle>
          <a:p>
            <a:r>
              <a:rPr lang="en-US" dirty="0"/>
              <a:t>Agenda</a:t>
            </a:r>
          </a:p>
        </p:txBody>
      </p:sp>
      <p:sp>
        <p:nvSpPr>
          <p:cNvPr id="17" name="Slide Number Placeholder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3" name="Picture Placeholder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21" name="Content Placeholder 6">
            <a:extLst>
              <a:ext uri="{FF2B5EF4-FFF2-40B4-BE49-F238E27FC236}">
                <a16:creationId xmlns:a16="http://schemas.microsoft.com/office/drawing/2014/main" id="{C3E55B71-84F9-223B-46EC-202E6DCC1E5C}"/>
              </a:ext>
            </a:extLst>
          </p:cNvPr>
          <p:cNvSpPr>
            <a:spLocks noGrp="1"/>
          </p:cNvSpPr>
          <p:nvPr>
            <p:ph sz="quarter" idx="15"/>
          </p:nvPr>
        </p:nvSpPr>
        <p:spPr>
          <a:xfrm>
            <a:off x="5668946" y="2971800"/>
            <a:ext cx="5910417" cy="3200399"/>
          </a:xfrm>
        </p:spPr>
        <p:txBody>
          <a:bodyPr>
            <a:normAutofit/>
          </a:bodyPr>
          <a:lstStyle>
            <a:lvl1pPr marL="457200" indent="-457200">
              <a:buFont typeface="+mj-lt"/>
              <a:buAutoNum type="arabicPeriod"/>
              <a:defRPr sz="1800">
                <a:solidFill>
                  <a:schemeClr val="tx2"/>
                </a:solidFill>
              </a:defRPr>
            </a:lvl1pPr>
            <a:lvl2pPr marL="685800" indent="-457200">
              <a:buFont typeface="+mj-lt"/>
              <a:buAutoNum type="arabicPeriod"/>
              <a:defRPr sz="1600">
                <a:solidFill>
                  <a:schemeClr val="tx2"/>
                </a:solidFill>
              </a:defRPr>
            </a:lvl2pPr>
            <a:lvl3pPr marL="800100" indent="-342900">
              <a:buFont typeface="+mj-lt"/>
              <a:buAutoNum type="arabicPeriod"/>
              <a:defRPr sz="1400">
                <a:solidFill>
                  <a:schemeClr val="tx2"/>
                </a:solidFill>
              </a:defRPr>
            </a:lvl3pPr>
            <a:lvl4pPr marL="1028700" indent="-342900">
              <a:buFont typeface="+mj-lt"/>
              <a:buAutoNum type="arabicPeriod"/>
              <a:defRPr sz="1400">
                <a:solidFill>
                  <a:schemeClr val="tx2"/>
                </a:solidFill>
              </a:defRPr>
            </a:lvl4pPr>
            <a:lvl5pPr marL="1257300" indent="-342900">
              <a:buFont typeface="+mj-lt"/>
              <a:buAutoNum type="arabicPeriod"/>
              <a:defRPr sz="14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a:lstStyle/>
          <a:p>
            <a:fld id="{68A32F6A-E7E2-4607-B207-B787B539B854}" type="datetime1">
              <a:rPr lang="en-US" smtClean="0"/>
              <a:t>10/25/2025</a:t>
            </a:fld>
            <a:endParaRPr lang="en-US"/>
          </a:p>
        </p:txBody>
      </p:sp>
      <p:grpSp>
        <p:nvGrpSpPr>
          <p:cNvPr id="44" name="Group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Graphic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6" name="Graphic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47" name="Graphic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cxnSp>
        <p:nvCxnSpPr>
          <p:cNvPr id="2" name="Straight Connector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87F8542-2E37-60E4-B73F-B9F05372BF63}"/>
              </a:ext>
            </a:extLst>
          </p:cNvPr>
          <p:cNvSpPr>
            <a:spLocks noGrp="1"/>
          </p:cNvSpPr>
          <p:nvPr>
            <p:ph type="title"/>
          </p:nvPr>
        </p:nvSpPr>
        <p:spPr>
          <a:xfrm>
            <a:off x="1527048" y="685800"/>
            <a:ext cx="9052560" cy="1508760"/>
          </a:xfrm>
        </p:spPr>
        <p:txBody>
          <a:body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96D523BE-BDE0-144E-0534-0A316EF9F17A}"/>
              </a:ext>
            </a:extLst>
          </p:cNvPr>
          <p:cNvSpPr>
            <a:spLocks noGrp="1"/>
          </p:cNvSpPr>
          <p:nvPr>
            <p:ph sz="quarter" idx="14"/>
          </p:nvPr>
        </p:nvSpPr>
        <p:spPr>
          <a:xfrm>
            <a:off x="1523999" y="2286000"/>
            <a:ext cx="4572001" cy="22860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10/25/2025</a:t>
            </a:fld>
            <a:endParaRPr lang="en-US"/>
          </a:p>
        </p:txBody>
      </p:sp>
      <p:grpSp>
        <p:nvGrpSpPr>
          <p:cNvPr id="12" name="Group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Graphic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4" name="Graphic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5" name="Graphic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3999"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523998" y="2286000"/>
            <a:ext cx="6035040" cy="292608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10/25/2025</a:t>
            </a:fld>
            <a:endParaRPr lang="en-US"/>
          </a:p>
        </p:txBody>
      </p:sp>
      <p:grpSp>
        <p:nvGrpSpPr>
          <p:cNvPr id="16" name="Group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Graphic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8" name="Graphic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9" name="Graphic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7" name="Straight Connector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2"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Content Placeholder 7">
            <a:extLst>
              <a:ext uri="{FF2B5EF4-FFF2-40B4-BE49-F238E27FC236}">
                <a16:creationId xmlns:a16="http://schemas.microsoft.com/office/drawing/2014/main" id="{BE7670AD-1080-B1DD-DE49-930AF9336CA0}"/>
              </a:ext>
            </a:extLst>
          </p:cNvPr>
          <p:cNvSpPr>
            <a:spLocks noGrp="1"/>
          </p:cNvSpPr>
          <p:nvPr>
            <p:ph sz="quarter" idx="14"/>
          </p:nvPr>
        </p:nvSpPr>
        <p:spPr>
          <a:xfrm>
            <a:off x="1524002" y="2286000"/>
            <a:ext cx="6934201" cy="329184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10/25/2025</a:t>
            </a:fld>
            <a:endParaRPr lang="en-US"/>
          </a:p>
        </p:txBody>
      </p:sp>
      <p:grpSp>
        <p:nvGrpSpPr>
          <p:cNvPr id="17" name="Group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Graphic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9" name="Graphic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0" name="Graphic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cxnSp>
        <p:nvCxnSpPr>
          <p:cNvPr id="3" name="Straight Connector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1672C7-A17C-A024-9EB7-E09DE65A204E}"/>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50AC8C5D-A77C-17F7-AF84-8B92D28482C4}"/>
              </a:ext>
            </a:extLst>
          </p:cNvPr>
          <p:cNvSpPr>
            <a:spLocks noGrp="1"/>
          </p:cNvSpPr>
          <p:nvPr>
            <p:ph sz="quarter" idx="14"/>
          </p:nvPr>
        </p:nvSpPr>
        <p:spPr>
          <a:xfrm>
            <a:off x="1524000" y="2286000"/>
            <a:ext cx="841248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10/25/2025</a:t>
            </a:fld>
            <a:endParaRPr lang="en-US"/>
          </a:p>
        </p:txBody>
      </p:sp>
      <p:cxnSp>
        <p:nvCxnSpPr>
          <p:cNvPr id="2" name="Straight Connector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64D38536-57AB-5EAB-9CE8-9796DAF18277}"/>
              </a:ext>
            </a:extLst>
          </p:cNvPr>
          <p:cNvSpPr>
            <a:spLocks noGrp="1"/>
          </p:cNvSpPr>
          <p:nvPr>
            <p:ph type="title"/>
          </p:nvPr>
        </p:nvSpPr>
        <p:spPr>
          <a:xfrm>
            <a:off x="1524000" y="685800"/>
            <a:ext cx="9052560" cy="1508760"/>
          </a:xfrm>
        </p:spPr>
        <p:txBody>
          <a:bodyPr anchor="b" anchorCtr="0">
            <a:noAutofit/>
          </a:bodyPr>
          <a:lstStyle>
            <a:lvl1pPr>
              <a:defRPr sz="4000"/>
            </a:lvl1pPr>
          </a:lstStyle>
          <a:p>
            <a:r>
              <a:rPr lang="en-US" dirty="0"/>
              <a:t>Click to edit Master title style</a:t>
            </a:r>
          </a:p>
        </p:txBody>
      </p:sp>
      <p:sp>
        <p:nvSpPr>
          <p:cNvPr id="12" name="Slide Number Placeholder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a:lstStyle/>
          <a:p>
            <a:fld id="{AEAA3239-9EA4-4A65-A281-97F994456D9F}" type="slidenum">
              <a:rPr lang="en-US" smtClean="0"/>
              <a:t>‹#›</a:t>
            </a:fld>
            <a:endParaRPr lang="en-US"/>
          </a:p>
        </p:txBody>
      </p:sp>
      <p:sp>
        <p:nvSpPr>
          <p:cNvPr id="7" name="Content Placeholder 7">
            <a:extLst>
              <a:ext uri="{FF2B5EF4-FFF2-40B4-BE49-F238E27FC236}">
                <a16:creationId xmlns:a16="http://schemas.microsoft.com/office/drawing/2014/main" id="{2160C0A1-5692-F2A8-A18C-A2194E5352A1}"/>
              </a:ext>
            </a:extLst>
          </p:cNvPr>
          <p:cNvSpPr>
            <a:spLocks noGrp="1"/>
          </p:cNvSpPr>
          <p:nvPr>
            <p:ph sz="quarter" idx="14"/>
          </p:nvPr>
        </p:nvSpPr>
        <p:spPr>
          <a:xfrm>
            <a:off x="1523998" y="2286000"/>
            <a:ext cx="10058400" cy="40233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10/25/2025</a:t>
            </a:fld>
            <a:endParaRPr lang="en-US"/>
          </a:p>
        </p:txBody>
      </p:sp>
      <p:cxnSp>
        <p:nvCxnSpPr>
          <p:cNvPr id="2" name="Straight Connector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Graphic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1DE647DC-5A18-3C36-1F44-304B72FEDC97}"/>
              </a:ext>
            </a:extLst>
          </p:cNvPr>
          <p:cNvSpPr>
            <a:spLocks noGrp="1"/>
          </p:cNvSpPr>
          <p:nvPr>
            <p:ph type="title"/>
          </p:nvPr>
        </p:nvSpPr>
        <p:spPr>
          <a:xfrm>
            <a:off x="4267200" y="731520"/>
            <a:ext cx="6423565" cy="914400"/>
          </a:xfrm>
        </p:spPr>
        <p:txBody>
          <a:bodyPr anchor="b">
            <a:noAutofit/>
          </a:bodyPr>
          <a:lstStyle/>
          <a:p>
            <a:r>
              <a:rPr lang="en-US" dirty="0"/>
              <a:t>Click to edit Master title style</a:t>
            </a:r>
          </a:p>
        </p:txBody>
      </p:sp>
      <p:sp>
        <p:nvSpPr>
          <p:cNvPr id="21" name="Rectangle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Content Placeholder 7">
            <a:extLst>
              <a:ext uri="{FF2B5EF4-FFF2-40B4-BE49-F238E27FC236}">
                <a16:creationId xmlns:a16="http://schemas.microsoft.com/office/drawing/2014/main" id="{D2B645B5-BDAD-38D3-990B-F959B4B803E1}"/>
              </a:ext>
            </a:extLst>
          </p:cNvPr>
          <p:cNvSpPr>
            <a:spLocks noGrp="1"/>
          </p:cNvSpPr>
          <p:nvPr>
            <p:ph sz="quarter" idx="14"/>
          </p:nvPr>
        </p:nvSpPr>
        <p:spPr>
          <a:xfrm>
            <a:off x="426720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a:lstStyle/>
          <a:p>
            <a:fld id="{9CBB6888-43ED-4D3A-B8DA-89EF29644561}" type="datetime1">
              <a:rPr lang="en-US" smtClean="0"/>
              <a:t>10/25/2025</a:t>
            </a:fld>
            <a:endParaRPr lang="en-US"/>
          </a:p>
        </p:txBody>
      </p:sp>
      <p:sp>
        <p:nvSpPr>
          <p:cNvPr id="27" name="Slide Number Placeholder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a:lstStyle/>
          <a:p>
            <a:fld id="{AEAA3239-9EA4-4A65-A281-97F994456D9F}" type="slidenum">
              <a:rPr lang="en-US" smtClean="0"/>
              <a:t>‹#›</a:t>
            </a:fld>
            <a:endParaRPr lang="en-US"/>
          </a:p>
        </p:txBody>
      </p:sp>
      <p:grpSp>
        <p:nvGrpSpPr>
          <p:cNvPr id="23" name="Group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Graphic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25" name="Graphic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26" name="Graphic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766037FA-C85A-8CB7-2972-6A61D955B79F}"/>
              </a:ext>
            </a:extLst>
          </p:cNvPr>
          <p:cNvSpPr>
            <a:spLocks noGrp="1"/>
          </p:cNvSpPr>
          <p:nvPr>
            <p:ph type="title"/>
          </p:nvPr>
        </p:nvSpPr>
        <p:spPr>
          <a:xfrm>
            <a:off x="731520" y="731520"/>
            <a:ext cx="6423565"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415614" cy="397764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a:lstStyle/>
          <a:p>
            <a:r>
              <a:rPr lang="en-US" dirty="0"/>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a:lstStyle/>
          <a:p>
            <a:fld id="{27C7479B-2077-4468-85E0-F9294B46DEAE}" type="datetime1">
              <a:rPr lang="en-US" smtClean="0"/>
              <a:t>10/25/2025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Graphic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2" name="Graphic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3" name="Graphic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21" name="Rectangle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18AAE811-FEB8-95DC-B043-E131BEA52FF1}"/>
              </a:ext>
            </a:extLst>
          </p:cNvPr>
          <p:cNvSpPr>
            <a:spLocks noGrp="1"/>
          </p:cNvSpPr>
          <p:nvPr>
            <p:ph type="title"/>
          </p:nvPr>
        </p:nvSpPr>
        <p:spPr>
          <a:xfrm>
            <a:off x="3810000" y="731520"/>
            <a:ext cx="6858000" cy="914400"/>
          </a:xfrm>
        </p:spPr>
        <p:txBody>
          <a:bodyPr anchor="b">
            <a:noAutofit/>
          </a:bodyPr>
          <a:lstStyle/>
          <a:p>
            <a:r>
              <a:rPr lang="en-US" dirty="0"/>
              <a:t>Click to edit Master title style</a:t>
            </a:r>
          </a:p>
        </p:txBody>
      </p:sp>
      <p:sp>
        <p:nvSpPr>
          <p:cNvPr id="22" name="Picture Placeholder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a:lstStyle>
            <a:lvl1pPr marL="0" indent="0">
              <a:buNone/>
              <a:defRPr/>
            </a:lvl1pPr>
          </a:lstStyle>
          <a:p>
            <a:r>
              <a:rPr lang="en-US" dirty="0"/>
              <a:t>  </a:t>
            </a:r>
          </a:p>
        </p:txBody>
      </p:sp>
      <p:sp>
        <p:nvSpPr>
          <p:cNvPr id="24" name="Content Placeholder 7">
            <a:extLst>
              <a:ext uri="{FF2B5EF4-FFF2-40B4-BE49-F238E27FC236}">
                <a16:creationId xmlns:a16="http://schemas.microsoft.com/office/drawing/2014/main" id="{D9F3B242-0007-0319-DD0E-C53F1CE59074}"/>
              </a:ext>
            </a:extLst>
          </p:cNvPr>
          <p:cNvSpPr>
            <a:spLocks noGrp="1"/>
          </p:cNvSpPr>
          <p:nvPr>
            <p:ph sz="quarter" idx="14"/>
          </p:nvPr>
        </p:nvSpPr>
        <p:spPr>
          <a:xfrm>
            <a:off x="381000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Footer Placeholder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a:lstStyle/>
          <a:p>
            <a:r>
              <a:rPr lang="en-US"/>
              <a:t>Sample Footer Text</a:t>
            </a:r>
          </a:p>
        </p:txBody>
      </p:sp>
      <p:sp>
        <p:nvSpPr>
          <p:cNvPr id="19" name="Date Placeholder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a:lstStyle/>
          <a:p>
            <a:fld id="{A7F72289-EB8A-47CA-A283-A769C9E761BF}" type="datetime1">
              <a:rPr lang="en-US" smtClean="0"/>
              <a:t>10/25/2025</a:t>
            </a:fld>
            <a:endParaRPr lang="en-US"/>
          </a:p>
        </p:txBody>
      </p:sp>
      <p:sp>
        <p:nvSpPr>
          <p:cNvPr id="20" name="Slide Number Placeholder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6858000" cy="914400"/>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984248"/>
            <a:ext cx="6858000" cy="430677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a:lstStyle/>
          <a:p>
            <a:fld id="{A7F72289-EB8A-47CA-A283-A769C9E761BF}" type="datetime1">
              <a:rPr lang="en-US" smtClean="0"/>
              <a:t>10/25/2025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icture Placeholder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a:lstStyle>
            <a:lvl1pPr marL="0" indent="0">
              <a:buNone/>
              <a:defRPr/>
            </a:lvl1pPr>
          </a:lstStyle>
          <a:p>
            <a:r>
              <a:rPr lang="en-US" dirty="0"/>
              <a:t>  </a:t>
            </a:r>
          </a:p>
        </p:txBody>
      </p:sp>
      <p:grpSp>
        <p:nvGrpSpPr>
          <p:cNvPr id="12" name="Group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Graphic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5" name="Graphic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Graphic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3" name="Graphic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4" name="Graphic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5" name="Title 1">
            <a:extLst>
              <a:ext uri="{FF2B5EF4-FFF2-40B4-BE49-F238E27FC236}">
                <a16:creationId xmlns:a16="http://schemas.microsoft.com/office/drawing/2014/main" id="{140C24A2-BE01-3A87-C043-931216F0B64C}"/>
              </a:ext>
            </a:extLst>
          </p:cNvPr>
          <p:cNvSpPr>
            <a:spLocks noGrp="1"/>
          </p:cNvSpPr>
          <p:nvPr>
            <p:ph type="title"/>
          </p:nvPr>
        </p:nvSpPr>
        <p:spPr>
          <a:xfrm>
            <a:off x="6190488" y="731520"/>
            <a:ext cx="4663440" cy="1447800"/>
          </a:xfrm>
        </p:spPr>
        <p:txBody>
          <a:bodyPr anchor="b">
            <a:noAutofit/>
          </a:bodyPr>
          <a:lstStyle>
            <a:lvl1pPr>
              <a:defRPr sz="4000"/>
            </a:lvl1pPr>
          </a:lstStyle>
          <a:p>
            <a:r>
              <a:rPr lang="en-US" dirty="0"/>
              <a:t>Click to edit Master title style</a:t>
            </a:r>
          </a:p>
        </p:txBody>
      </p:sp>
      <p:sp>
        <p:nvSpPr>
          <p:cNvPr id="18" name="Picture Placeholder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a:lstStyle>
            <a:lvl1pPr marL="0" indent="0">
              <a:buNone/>
              <a:defRPr/>
            </a:lvl1pPr>
          </a:lstStyle>
          <a:p>
            <a:r>
              <a:rPr lang="en-US" dirty="0"/>
              <a:t>  </a:t>
            </a:r>
          </a:p>
        </p:txBody>
      </p:sp>
      <p:sp>
        <p:nvSpPr>
          <p:cNvPr id="26" name="Content Placeholder 7">
            <a:extLst>
              <a:ext uri="{FF2B5EF4-FFF2-40B4-BE49-F238E27FC236}">
                <a16:creationId xmlns:a16="http://schemas.microsoft.com/office/drawing/2014/main" id="{7BFBE908-0DFE-6B84-D3F5-F4A5B0AF3EDF}"/>
              </a:ext>
            </a:extLst>
          </p:cNvPr>
          <p:cNvSpPr>
            <a:spLocks noGrp="1"/>
          </p:cNvSpPr>
          <p:nvPr>
            <p:ph sz="quarter" idx="14"/>
          </p:nvPr>
        </p:nvSpPr>
        <p:spPr>
          <a:xfrm>
            <a:off x="6195931"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a:lstStyle>
            <a:lvl1pPr>
              <a:defRPr>
                <a:solidFill>
                  <a:schemeClr val="tx1"/>
                </a:solidFill>
                <a:effectLst/>
              </a:defRPr>
            </a:lvl1pPr>
          </a:lstStyle>
          <a:p>
            <a:fld id="{74049900-C118-46F7-B9EF-5F7C1F0005B2}" type="datetime1">
              <a:rPr lang="en-US" smtClean="0"/>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0F5D989-607B-FB7F-0F99-0E7B26A16824}"/>
              </a:ext>
            </a:extLst>
          </p:cNvPr>
          <p:cNvSpPr>
            <a:spLocks noGrp="1"/>
          </p:cNvSpPr>
          <p:nvPr>
            <p:ph type="title"/>
          </p:nvPr>
        </p:nvSpPr>
        <p:spPr>
          <a:xfrm>
            <a:off x="731520" y="731520"/>
            <a:ext cx="4760540" cy="1463040"/>
          </a:xfrm>
        </p:spPr>
        <p:txBody>
          <a:bodyPr anchor="b">
            <a:noAutofit/>
          </a:bodyPr>
          <a:lstStyle>
            <a:lvl1pPr>
              <a:defRPr sz="4000"/>
            </a:lvl1pPr>
          </a:lstStyle>
          <a:p>
            <a:r>
              <a:rPr lang="en-US" dirty="0"/>
              <a:t>Click to edit Master title style</a:t>
            </a:r>
          </a:p>
        </p:txBody>
      </p:sp>
      <p:sp>
        <p:nvSpPr>
          <p:cNvPr id="13" name="Content Placeholder 7">
            <a:extLst>
              <a:ext uri="{FF2B5EF4-FFF2-40B4-BE49-F238E27FC236}">
                <a16:creationId xmlns:a16="http://schemas.microsoft.com/office/drawing/2014/main" id="{0DDD81C0-07D7-782E-23E7-41B36AC20214}"/>
              </a:ext>
            </a:extLst>
          </p:cNvPr>
          <p:cNvSpPr>
            <a:spLocks noGrp="1"/>
          </p:cNvSpPr>
          <p:nvPr>
            <p:ph sz="quarter" idx="14"/>
          </p:nvPr>
        </p:nvSpPr>
        <p:spPr>
          <a:xfrm>
            <a:off x="731520" y="2373638"/>
            <a:ext cx="4460528"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a:lstStyle/>
          <a:p>
            <a:r>
              <a:rPr lang="en-US" dirty="0"/>
              <a:t>Sample Footer Text</a:t>
            </a:r>
          </a:p>
        </p:txBody>
      </p:sp>
      <p:sp>
        <p:nvSpPr>
          <p:cNvPr id="14" name="Date Placeholder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a:lstStyle>
            <a:lvl1pPr>
              <a:defRPr>
                <a:solidFill>
                  <a:schemeClr val="tx1"/>
                </a:solidFill>
                <a:effectLst/>
              </a:defRPr>
            </a:lvl1pPr>
          </a:lstStyle>
          <a:p>
            <a:fld id="{74049900-C118-46F7-B9EF-5F7C1F0005B2}" type="datetime1">
              <a:rPr lang="en-US" smtClean="0"/>
              <a:t>10/25/2025</a:t>
            </a:fld>
            <a:endParaRPr lang="en-US"/>
          </a:p>
        </p:txBody>
      </p:sp>
      <p:sp>
        <p:nvSpPr>
          <p:cNvPr id="16" name="Slide Number Placeholder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a:lstStyle/>
          <a:p>
            <a:fld id="{AEAA3239-9EA4-4A65-A281-97F994456D9F}" type="slidenum">
              <a:rPr lang="en-US" smtClean="0"/>
              <a:t>‹#›</a:t>
            </a:fld>
            <a:endParaRPr lang="en-US" dirty="0"/>
          </a:p>
        </p:txBody>
      </p:sp>
      <p:sp>
        <p:nvSpPr>
          <p:cNvPr id="10" name="Picture Placeholder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a:lstStyle>
            <a:lvl1pPr marL="0" indent="0">
              <a:buNone/>
              <a:defRPr/>
            </a:lvl1pPr>
          </a:lstStyle>
          <a:p>
            <a:r>
              <a:rPr lang="en-US" dirty="0"/>
              <a:t>  </a:t>
            </a:r>
          </a:p>
        </p:txBody>
      </p:sp>
      <p:grpSp>
        <p:nvGrpSpPr>
          <p:cNvPr id="2" name="Group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Graphic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900E387-922C-953A-843A-B9F023262BD7}"/>
              </a:ext>
            </a:extLst>
          </p:cNvPr>
          <p:cNvSpPr>
            <a:spLocks noGrp="1"/>
          </p:cNvSpPr>
          <p:nvPr>
            <p:ph type="title"/>
          </p:nvPr>
        </p:nvSpPr>
        <p:spPr>
          <a:xfrm>
            <a:off x="7178104" y="731520"/>
            <a:ext cx="3566160" cy="1463040"/>
          </a:xfrm>
        </p:spPr>
        <p:txBody>
          <a:bodyPr anchor="b">
            <a:noAutofit/>
          </a:bodyPr>
          <a:lstStyle>
            <a:lvl1pPr>
              <a:defRPr sz="4000"/>
            </a:lvl1pPr>
          </a:lstStyle>
          <a:p>
            <a:r>
              <a:rPr lang="en-US" dirty="0"/>
              <a:t>Click to edit Master title style</a:t>
            </a:r>
          </a:p>
        </p:txBody>
      </p:sp>
      <p:sp>
        <p:nvSpPr>
          <p:cNvPr id="14" name="Picture Placeholder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35F0A005-5A5E-B738-FB00-880E7ABF3C82}"/>
              </a:ext>
            </a:extLst>
          </p:cNvPr>
          <p:cNvSpPr>
            <a:spLocks noGrp="1"/>
          </p:cNvSpPr>
          <p:nvPr>
            <p:ph sz="quarter" idx="14"/>
          </p:nvPr>
        </p:nvSpPr>
        <p:spPr>
          <a:xfrm>
            <a:off x="7178233"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a:lstStyle/>
          <a:p>
            <a:fld id="{0B4A3A31-ACEE-4A00-9ED7-D579651BDB0B}" type="datetime1">
              <a:rPr lang="en-US" smtClean="0"/>
              <a:t>10/25/2025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Graphic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7" name="Graphic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8" name="Graphic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19" y="731520"/>
            <a:ext cx="3734215" cy="1463040"/>
          </a:xfrm>
        </p:spPr>
        <p:txBody>
          <a:bodyPr anchor="b">
            <a:no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373638"/>
            <a:ext cx="3466596" cy="379856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a:lstStyle/>
          <a:p>
            <a:fld id="{0D1F969F-5863-4766-8113-71CA528EC836}" type="datetime1">
              <a:rPr lang="en-US" smtClean="0"/>
              <a:t>10/25/2025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a:lstStyle>
            <a:lvl1pPr marL="0" indent="0">
              <a:buNone/>
              <a:defRPr/>
            </a:lvl1pPr>
          </a:lstStyle>
          <a:p>
            <a:r>
              <a:rPr lang="en-US" dirty="0"/>
              <a:t>  </a:t>
            </a:r>
          </a:p>
        </p:txBody>
      </p:sp>
      <p:grpSp>
        <p:nvGrpSpPr>
          <p:cNvPr id="6" name="Group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Graphic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1" name="Graphic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2" name="Graphic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Graphic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20" name="Graphic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21" name="Graphic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4" name="Title 1">
            <a:extLst>
              <a:ext uri="{FF2B5EF4-FFF2-40B4-BE49-F238E27FC236}">
                <a16:creationId xmlns:a16="http://schemas.microsoft.com/office/drawing/2014/main" id="{0BF1A3E9-2DA8-EFCD-1945-10B7E4A7FC17}"/>
              </a:ext>
            </a:extLst>
          </p:cNvPr>
          <p:cNvSpPr>
            <a:spLocks noGrp="1"/>
          </p:cNvSpPr>
          <p:nvPr>
            <p:ph type="title"/>
          </p:nvPr>
        </p:nvSpPr>
        <p:spPr>
          <a:xfrm>
            <a:off x="7913788" y="731519"/>
            <a:ext cx="2699254" cy="2377440"/>
          </a:xfrm>
        </p:spPr>
        <p:txBody>
          <a:bodyPr anchor="b">
            <a:noAutofit/>
          </a:bodyPr>
          <a:lstStyle/>
          <a:p>
            <a:r>
              <a:rPr lang="en-US" dirty="0"/>
              <a:t>Click to edit Master title style</a:t>
            </a:r>
          </a:p>
        </p:txBody>
      </p:sp>
      <p:sp>
        <p:nvSpPr>
          <p:cNvPr id="16" name="Picture Placeholder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a:lstStyle>
            <a:lvl1pPr marL="0" indent="0">
              <a:buNone/>
              <a:defRPr/>
            </a:lvl1pPr>
          </a:lstStyle>
          <a:p>
            <a:r>
              <a:rPr lang="en-US" dirty="0"/>
              <a:t>  </a:t>
            </a:r>
          </a:p>
        </p:txBody>
      </p:sp>
      <p:sp>
        <p:nvSpPr>
          <p:cNvPr id="25" name="Content Placeholder 7">
            <a:extLst>
              <a:ext uri="{FF2B5EF4-FFF2-40B4-BE49-F238E27FC236}">
                <a16:creationId xmlns:a16="http://schemas.microsoft.com/office/drawing/2014/main" id="{EBCA59A2-F29D-63E1-CCFC-C5630CD91770}"/>
              </a:ext>
            </a:extLst>
          </p:cNvPr>
          <p:cNvSpPr>
            <a:spLocks noGrp="1"/>
          </p:cNvSpPr>
          <p:nvPr>
            <p:ph sz="quarter" idx="14"/>
          </p:nvPr>
        </p:nvSpPr>
        <p:spPr>
          <a:xfrm>
            <a:off x="7914782"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Graphic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1"/>
                </a:solidFill>
              </a:endParaRPr>
            </a:p>
          </p:txBody>
        </p:sp>
        <p:sp>
          <p:nvSpPr>
            <p:cNvPr id="16" name="Graphic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1"/>
                </a:solidFill>
              </a:endParaRPr>
            </a:p>
          </p:txBody>
        </p:sp>
        <p:sp>
          <p:nvSpPr>
            <p:cNvPr id="17" name="Graphic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1"/>
                </a:solidFill>
              </a:endParaRPr>
            </a:p>
          </p:txBody>
        </p:sp>
      </p:grpSp>
      <p:sp>
        <p:nvSpPr>
          <p:cNvPr id="20" name="Title 1">
            <a:extLst>
              <a:ext uri="{FF2B5EF4-FFF2-40B4-BE49-F238E27FC236}">
                <a16:creationId xmlns:a16="http://schemas.microsoft.com/office/drawing/2014/main" id="{24B91569-6261-A0AF-CAF5-5AAD160092EB}"/>
              </a:ext>
            </a:extLst>
          </p:cNvPr>
          <p:cNvSpPr>
            <a:spLocks noGrp="1"/>
          </p:cNvSpPr>
          <p:nvPr>
            <p:ph type="title"/>
          </p:nvPr>
        </p:nvSpPr>
        <p:spPr>
          <a:xfrm>
            <a:off x="730526" y="731519"/>
            <a:ext cx="2699254" cy="2377440"/>
          </a:xfrm>
        </p:spPr>
        <p:txBody>
          <a:bodyPr anchor="b">
            <a:noAutofit/>
          </a:bodyPr>
          <a:lstStyle/>
          <a:p>
            <a:r>
              <a:rPr lang="en-US" dirty="0"/>
              <a:t>Click to edit Master title style</a:t>
            </a:r>
          </a:p>
        </p:txBody>
      </p:sp>
      <p:sp>
        <p:nvSpPr>
          <p:cNvPr id="21" name="Content Placeholder 7">
            <a:extLst>
              <a:ext uri="{FF2B5EF4-FFF2-40B4-BE49-F238E27FC236}">
                <a16:creationId xmlns:a16="http://schemas.microsoft.com/office/drawing/2014/main" id="{8C24D5D5-972A-AD73-FCA8-59A4C6B48FA9}"/>
              </a:ext>
            </a:extLst>
          </p:cNvPr>
          <p:cNvSpPr>
            <a:spLocks noGrp="1"/>
          </p:cNvSpPr>
          <p:nvPr>
            <p:ph sz="quarter" idx="14"/>
          </p:nvPr>
        </p:nvSpPr>
        <p:spPr>
          <a:xfrm>
            <a:off x="731520" y="3337720"/>
            <a:ext cx="2693346" cy="2656250"/>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a:lstStyle/>
          <a:p>
            <a:r>
              <a:rPr lang="en-US"/>
              <a:t>Sample Footer Text</a:t>
            </a:r>
          </a:p>
        </p:txBody>
      </p:sp>
      <p:sp>
        <p:nvSpPr>
          <p:cNvPr id="3" name="Date Placeholder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a:lstStyle>
            <a:lvl1pPr>
              <a:defRPr>
                <a:solidFill>
                  <a:schemeClr val="bg1">
                    <a:lumMod val="65000"/>
                  </a:schemeClr>
                </a:solidFill>
                <a:effectLst/>
              </a:defRPr>
            </a:lvl1pPr>
          </a:lstStyle>
          <a:p>
            <a:fld id="{FAD7B7F7-7F90-4F0B-A996-5443656EFF4A}" type="datetime1">
              <a:rPr lang="en-US" smtClean="0"/>
              <a:pPr/>
              <a:t>10/25/2025</a:t>
            </a:fld>
            <a:endParaRPr lang="en-US"/>
          </a:p>
        </p:txBody>
      </p:sp>
      <p:sp>
        <p:nvSpPr>
          <p:cNvPr id="9" name="Slide Number Placeholder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a:lstStyle/>
          <a:p>
            <a:fld id="{AEAA3239-9EA4-4A65-A281-97F994456D9F}" type="slidenum">
              <a:rPr lang="en-US" smtClean="0"/>
              <a:t>‹#›</a:t>
            </a:fld>
            <a:endParaRPr lang="en-US"/>
          </a:p>
        </p:txBody>
      </p:sp>
      <p:sp>
        <p:nvSpPr>
          <p:cNvPr id="19" name="Picture Placeholder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75079"/>
            <a:ext cx="4019522" cy="1440859"/>
          </a:xfrm>
        </p:spPr>
        <p:txBody>
          <a:bodyPr anchor="t">
            <a:noAutofit/>
          </a:bodyPr>
          <a:lstStyle>
            <a:lvl1pPr>
              <a:defRPr sz="4000"/>
            </a:lvl1pPr>
          </a:lstStyle>
          <a:p>
            <a:r>
              <a:rPr lang="en-US" dirty="0"/>
              <a:t>Click to edit Master title style</a:t>
            </a:r>
          </a:p>
        </p:txBody>
      </p:sp>
      <p:sp>
        <p:nvSpPr>
          <p:cNvPr id="15" name="Picture Placeholder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845275" y="4775079"/>
            <a:ext cx="5737126" cy="1440859"/>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47643"/>
            <a:ext cx="2926080" cy="219456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38476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a:lstStyle/>
          <a:p>
            <a:fld id="{1B948B66-4D7B-4FF2-9F42-B85226272225}" type="datetime1">
              <a:rPr lang="en-US" smtClean="0"/>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57143"/>
            <a:ext cx="2926080" cy="1828800"/>
          </a:xfrm>
        </p:spPr>
        <p:txBody>
          <a:bodyPr anchor="t">
            <a:noAutofit/>
          </a:bodyPr>
          <a:lstStyle>
            <a:lvl1pPr>
              <a:defRPr sz="4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a:lstStyle/>
          <a:p>
            <a:fld id="{6D1D18D0-7308-42C5-B784-8892F327ABD3}" type="datetime1">
              <a:rPr lang="en-US" smtClean="0"/>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57600" y="957143"/>
            <a:ext cx="7772400"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9311382" cy="914400"/>
          </a:xfrm>
        </p:spPr>
        <p:txBody>
          <a:bodyPr anchor="b"/>
          <a:lstStyle/>
          <a:p>
            <a:r>
              <a:rPr lang="en-US" dirty="0"/>
              <a:t>Click to edit Master title style</a:t>
            </a:r>
          </a:p>
        </p:txBody>
      </p:sp>
      <p:sp>
        <p:nvSpPr>
          <p:cNvPr id="6" name="Content Placeholder 7">
            <a:extLst>
              <a:ext uri="{FF2B5EF4-FFF2-40B4-BE49-F238E27FC236}">
                <a16:creationId xmlns:a16="http://schemas.microsoft.com/office/drawing/2014/main" id="{C764A54E-2F07-76F5-5619-B735BDCD95E0}"/>
              </a:ext>
            </a:extLst>
          </p:cNvPr>
          <p:cNvSpPr>
            <a:spLocks noGrp="1"/>
          </p:cNvSpPr>
          <p:nvPr>
            <p:ph sz="quarter" idx="18"/>
          </p:nvPr>
        </p:nvSpPr>
        <p:spPr>
          <a:xfrm>
            <a:off x="731520" y="1981200"/>
            <a:ext cx="6662928"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icture Placeholder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a:lstStyle/>
          <a:p>
            <a:fld id="{F033B22D-4ADF-4F85-9D05-706FE7DF6EFA}" type="datetime1">
              <a:rPr lang="en-US" smtClean="0"/>
              <a:t>10/25/2025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a:lstStyle/>
          <a:p>
            <a:fld id="{AEAA3239-9EA4-4A65-A281-97F994456D9F}" type="slidenum">
              <a:rPr lang="en-US" smtClean="0"/>
              <a:t>‹#›</a:t>
            </a:fld>
            <a:endParaRPr lang="en-US"/>
          </a:p>
        </p:txBody>
      </p:sp>
      <p:grpSp>
        <p:nvGrpSpPr>
          <p:cNvPr id="7" name="Group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1EC07A94-34C8-166D-C466-8EB021EA08A1}"/>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13" name="Content Placeholder 7">
            <a:extLst>
              <a:ext uri="{FF2B5EF4-FFF2-40B4-BE49-F238E27FC236}">
                <a16:creationId xmlns:a16="http://schemas.microsoft.com/office/drawing/2014/main" id="{8EFD2888-AFCC-8F6C-23EA-6CC9E518F2B9}"/>
              </a:ext>
            </a:extLst>
          </p:cNvPr>
          <p:cNvSpPr>
            <a:spLocks noGrp="1"/>
          </p:cNvSpPr>
          <p:nvPr>
            <p:ph sz="quarter" idx="18"/>
          </p:nvPr>
        </p:nvSpPr>
        <p:spPr>
          <a:xfrm>
            <a:off x="731520" y="1981200"/>
            <a:ext cx="5977130" cy="415625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a:lstStyle>
            <a:lvl1pPr marL="0" indent="0">
              <a:buNone/>
              <a:defRPr/>
            </a:lvl1pPr>
          </a:lstStyle>
          <a:p>
            <a:r>
              <a:rPr lang="en-US" dirty="0"/>
              <a:t>   </a:t>
            </a:r>
          </a:p>
        </p:txBody>
      </p:sp>
      <p:sp>
        <p:nvSpPr>
          <p:cNvPr id="14" name="Footer Placeholder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a:lstStyle/>
          <a:p>
            <a:r>
              <a:rPr lang="en-US"/>
              <a:t>Sample Footer Text</a:t>
            </a:r>
          </a:p>
        </p:txBody>
      </p:sp>
      <p:sp>
        <p:nvSpPr>
          <p:cNvPr id="15" name="Date Placeholder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a:lstStyle/>
          <a:p>
            <a:fld id="{F033B22D-4ADF-4F85-9D05-706FE7DF6EFA}" type="datetime1">
              <a:rPr lang="en-US" smtClean="0"/>
              <a:t>10/25/2025</a:t>
            </a:fld>
            <a:endParaRPr lang="en-US"/>
          </a:p>
        </p:txBody>
      </p:sp>
      <p:sp>
        <p:nvSpPr>
          <p:cNvPr id="16" name="Slide Number Placeholder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a:lstStyle/>
          <a:p>
            <a:fld id="{AEAA3239-9EA4-4A65-A281-97F994456D9F}" type="slidenum">
              <a:rPr lang="en-US" smtClean="0"/>
              <a:t>‹#›</a:t>
            </a:fld>
            <a:endParaRPr lang="en-US"/>
          </a:p>
        </p:txBody>
      </p:sp>
      <p:grpSp>
        <p:nvGrpSpPr>
          <p:cNvPr id="2" name="Group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Graphic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4" name="Graphic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5" name="Graphic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E45E18-9DAB-9CF2-B657-5324C899C629}"/>
              </a:ext>
            </a:extLst>
          </p:cNvPr>
          <p:cNvSpPr>
            <a:spLocks noGrp="1"/>
          </p:cNvSpPr>
          <p:nvPr>
            <p:ph type="title"/>
          </p:nvPr>
        </p:nvSpPr>
        <p:spPr>
          <a:xfrm>
            <a:off x="731520" y="731520"/>
            <a:ext cx="10052958" cy="914400"/>
          </a:xfrm>
        </p:spPr>
        <p:txBody>
          <a:bodyPr anchor="b"/>
          <a:lstStyle/>
          <a:p>
            <a:r>
              <a:rPr lang="en-US" dirty="0"/>
              <a:t>Click to edit Master title style</a:t>
            </a:r>
          </a:p>
        </p:txBody>
      </p:sp>
      <p:sp>
        <p:nvSpPr>
          <p:cNvPr id="5" name="Picture Placeholder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A9D57380-62F0-CA50-72F1-70F9C63059CD}"/>
              </a:ext>
            </a:extLst>
          </p:cNvPr>
          <p:cNvSpPr>
            <a:spLocks noGrp="1"/>
          </p:cNvSpPr>
          <p:nvPr>
            <p:ph sz="quarter" idx="18"/>
          </p:nvPr>
        </p:nvSpPr>
        <p:spPr>
          <a:xfrm>
            <a:off x="5067946" y="1981200"/>
            <a:ext cx="6514464" cy="4038600"/>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a:lstStyle/>
          <a:p>
            <a:fld id="{3390AD02-C8DF-4FB3-89C8-8C8B1F633346}" type="datetime1">
              <a:rPr lang="en-US" smtClean="0"/>
              <a:t>10/25/2025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Graphic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3" name="Graphic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4" name="Graphic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31520"/>
            <a:ext cx="3657600" cy="2011680"/>
          </a:xfrm>
        </p:spPr>
        <p:txBody>
          <a:bodyPr anchor="t">
            <a:noAutofit/>
          </a:bodyPr>
          <a:lstStyle>
            <a:lvl1pPr>
              <a:defRPr sz="4000"/>
            </a:lvl1pPr>
          </a:lstStyle>
          <a:p>
            <a:r>
              <a:rPr lang="en-US" dirty="0"/>
              <a:t>Click to edit Master title style</a:t>
            </a:r>
          </a:p>
        </p:txBody>
      </p:sp>
      <p:sp>
        <p:nvSpPr>
          <p:cNvPr id="28" name="Picture Placeholder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846320" y="731520"/>
            <a:ext cx="5920354" cy="5171831"/>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C8FB4D-92F2-4C28-8BFC-2AE0229C3E9A}" type="datetime1">
              <a:rPr lang="en-US" smtClean="0"/>
              <a:t>10/25/2025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a:lstStyle/>
          <a:p>
            <a:fld id="{AEAA3239-9EA4-4A65-A281-97F994456D9F}" type="slidenum">
              <a:rPr lang="en-US" smtClean="0"/>
              <a:t>‹#›</a:t>
            </a:fld>
            <a:endParaRPr lang="en-US" dirty="0"/>
          </a:p>
        </p:txBody>
      </p:sp>
      <p:grpSp>
        <p:nvGrpSpPr>
          <p:cNvPr id="3" name="Group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Graphic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9" name="Graphic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0" name="Graphic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0522131-79E0-C17E-CCFA-D78F4E6FB6C0}"/>
              </a:ext>
            </a:extLst>
          </p:cNvPr>
          <p:cNvSpPr>
            <a:spLocks noGrp="1"/>
          </p:cNvSpPr>
          <p:nvPr>
            <p:ph type="title"/>
          </p:nvPr>
        </p:nvSpPr>
        <p:spPr>
          <a:xfrm>
            <a:off x="731520" y="731520"/>
            <a:ext cx="3291840" cy="2011680"/>
          </a:xfrm>
        </p:spPr>
        <p:txBody>
          <a:bodyPr anchor="t">
            <a:noAutofit/>
          </a:bodyPr>
          <a:lstStyle>
            <a:lvl1pPr>
              <a:defRPr sz="4000"/>
            </a:lvl1pPr>
          </a:lstStyle>
          <a:p>
            <a:r>
              <a:rPr lang="en-US" dirty="0"/>
              <a:t>Click to edit Master title style</a:t>
            </a:r>
          </a:p>
        </p:txBody>
      </p:sp>
      <p:sp>
        <p:nvSpPr>
          <p:cNvPr id="10" name="Picture Placeholder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FB2F5EF0-4CB2-ABCF-4734-F972D94E730D}"/>
              </a:ext>
            </a:extLst>
          </p:cNvPr>
          <p:cNvSpPr>
            <a:spLocks noGrp="1"/>
          </p:cNvSpPr>
          <p:nvPr>
            <p:ph sz="quarter" idx="14"/>
          </p:nvPr>
        </p:nvSpPr>
        <p:spPr>
          <a:xfrm>
            <a:off x="4297680" y="731520"/>
            <a:ext cx="6400800" cy="539496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B708C30-1428-4C16-AD49-DE42CFEA37BF}" type="datetime1">
              <a:rPr lang="en-US" smtClean="0"/>
              <a:t>10/25/2025</a:t>
            </a:fld>
            <a:endParaRPr lang="en-US"/>
          </a:p>
        </p:txBody>
      </p:sp>
      <p:grpSp>
        <p:nvGrpSpPr>
          <p:cNvPr id="2" name="Group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Graphic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8" name="Graphic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1" name="Graphic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
        <p:nvSpPr>
          <p:cNvPr id="8" name="Title 7">
            <a:extLst>
              <a:ext uri="{FF2B5EF4-FFF2-40B4-BE49-F238E27FC236}">
                <a16:creationId xmlns:a16="http://schemas.microsoft.com/office/drawing/2014/main" id="{DBDF905D-8CE4-3494-D7B6-24047D9C1D3D}"/>
              </a:ext>
            </a:extLst>
          </p:cNvPr>
          <p:cNvSpPr>
            <a:spLocks noGrp="1"/>
          </p:cNvSpPr>
          <p:nvPr>
            <p:ph type="title"/>
          </p:nvPr>
        </p:nvSpPr>
        <p:spPr>
          <a:xfrm>
            <a:off x="640080" y="5029199"/>
            <a:ext cx="10027919" cy="914400"/>
          </a:xfrm>
        </p:spPr>
        <p:txBody>
          <a:bodyPr anchor="t">
            <a:normAutofit/>
          </a:bodyPr>
          <a:lstStyle>
            <a:lvl1pPr>
              <a:lnSpc>
                <a:spcPct val="100000"/>
              </a:lnSpc>
              <a:defRPr sz="2000" b="0" cap="none" baseline="0"/>
            </a:lvl1pPr>
          </a:lstStyle>
          <a:p>
            <a:r>
              <a:rPr lang="en-US" dirty="0"/>
              <a:t>Click to edit Master title style</a:t>
            </a:r>
          </a:p>
        </p:txBody>
      </p:sp>
      <p:sp>
        <p:nvSpPr>
          <p:cNvPr id="16" name="Content Placeholder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anchor="b">
            <a:normAutofit/>
          </a:bodyPr>
          <a:lstStyle>
            <a:lvl1pPr marL="0" indent="0">
              <a:lnSpc>
                <a:spcPct val="90000"/>
              </a:lnSpc>
              <a:buNone/>
              <a:defRPr sz="27000"/>
            </a:lvl1pPr>
          </a:lstStyle>
          <a:p>
            <a:pPr lvl="0"/>
            <a:r>
              <a:rPr lang="en-US" dirty="0"/>
              <a:t>##%</a:t>
            </a:r>
          </a:p>
        </p:txBody>
      </p:sp>
      <p:sp>
        <p:nvSpPr>
          <p:cNvPr id="6" name="Slide Number Placeholder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a:lstStyle>
            <a:lvl1pPr>
              <a:defRPr>
                <a:solidFill>
                  <a:schemeClr val="tx1"/>
                </a:solidFill>
              </a:defRPr>
            </a:lvl1pPr>
          </a:lstStyle>
          <a:p>
            <a:fld id="{AEAA3239-9EA4-4A65-A281-97F994456D9F}" type="slidenum">
              <a:rPr lang="en-US" smtClean="0"/>
              <a:pPr/>
              <a:t>‹#›</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CE8854E-90F8-4761-A9B8-18B1C5A3D25C}" type="datetime1">
              <a:rPr lang="en-US" smtClean="0"/>
              <a:t>10/25/2025</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A2A0A59-5884-D48B-41E8-8AE859CFAA50}"/>
              </a:ext>
            </a:extLst>
          </p:cNvPr>
          <p:cNvSpPr>
            <a:spLocks noGrp="1"/>
          </p:cNvSpPr>
          <p:nvPr>
            <p:ph type="title"/>
          </p:nvPr>
        </p:nvSpPr>
        <p:spPr>
          <a:xfrm>
            <a:off x="640080" y="5029200"/>
            <a:ext cx="10942316" cy="914399"/>
          </a:xfrm>
        </p:spPr>
        <p:txBody>
          <a:bodyPr anchor="t">
            <a:normAutofit/>
          </a:bodyPr>
          <a:lstStyle>
            <a:lvl1pPr algn="ctr">
              <a:lnSpc>
                <a:spcPct val="110000"/>
              </a:lnSpc>
              <a:defRPr sz="2000" b="0" i="0" cap="none" baseline="0">
                <a:solidFill>
                  <a:schemeClr val="bg2"/>
                </a:solidFill>
                <a:latin typeface="+mj-lt"/>
              </a:defRPr>
            </a:lvl1pPr>
          </a:lstStyle>
          <a:p>
            <a:r>
              <a:rPr lang="en-US"/>
              <a:t>Click to edit Master title style</a:t>
            </a:r>
          </a:p>
        </p:txBody>
      </p:sp>
      <p:sp>
        <p:nvSpPr>
          <p:cNvPr id="24" name="Content Placeholder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anchor="b">
            <a:normAutofit/>
          </a:bodyPr>
          <a:lstStyle>
            <a:lvl1pPr marL="0" indent="0" algn="ctr">
              <a:lnSpc>
                <a:spcPct val="90000"/>
              </a:lnSpc>
              <a:buNone/>
              <a:defRPr sz="27000" b="0" i="0">
                <a:solidFill>
                  <a:schemeClr val="bg2"/>
                </a:solidFill>
                <a:latin typeface="+mn-lt"/>
              </a:defRPr>
            </a:lvl1pPr>
          </a:lstStyle>
          <a:p>
            <a:pPr lvl="0"/>
            <a:r>
              <a:rPr lang="en-US"/>
              <a:t>##%</a:t>
            </a:r>
          </a:p>
        </p:txBody>
      </p:sp>
      <p:sp>
        <p:nvSpPr>
          <p:cNvPr id="3" name="Slide Number Placeholder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10" name="Footer Placeholder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a:lstStyle>
            <a:lvl1pPr>
              <a:defRPr>
                <a:solidFill>
                  <a:schemeClr val="bg1"/>
                </a:solidFill>
              </a:defRPr>
            </a:lvl1pPr>
          </a:lstStyle>
          <a:p>
            <a:r>
              <a:rPr lang="en-US"/>
              <a:t>Sample Footer Text</a:t>
            </a:r>
          </a:p>
        </p:txBody>
      </p:sp>
      <p:sp>
        <p:nvSpPr>
          <p:cNvPr id="9" name="Date Placeholder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a:lstStyle>
            <a:lvl1pPr>
              <a:defRPr>
                <a:solidFill>
                  <a:schemeClr val="bg1"/>
                </a:solidFill>
              </a:defRPr>
            </a:lvl1pPr>
          </a:lstStyle>
          <a:p>
            <a:fld id="{DCE8854E-90F8-4761-A9B8-18B1C5A3D25C}" type="datetime1">
              <a:rPr lang="en-US" smtClean="0"/>
              <a:pPr/>
              <a:t>10/25/2025</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66800" y="5039139"/>
            <a:ext cx="10058400" cy="914400"/>
          </a:xfrm>
        </p:spPr>
        <p:txBody>
          <a:bodyPr anchor="t">
            <a:normAutofit/>
          </a:bodyPr>
          <a:lstStyle>
            <a:lvl1pPr algn="ctr">
              <a:lnSpc>
                <a:spcPct val="110000"/>
              </a:lnSpc>
              <a:defRPr sz="2000" b="1" i="0" cap="all" baseline="0">
                <a:solidFill>
                  <a:schemeClr val="accent2"/>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anchor="b">
            <a:normAutofit/>
          </a:bodyPr>
          <a:lstStyle>
            <a:lvl1pPr marL="0" indent="0" algn="ctr">
              <a:lnSpc>
                <a:spcPct val="90000"/>
              </a:lnSpc>
              <a:buNone/>
              <a:defRPr sz="27000" b="0" i="0">
                <a:solidFill>
                  <a:schemeClr val="tx2"/>
                </a:solidFill>
                <a:latin typeface="+mn-lt"/>
              </a:defRPr>
            </a:lvl1pPr>
          </a:lstStyle>
          <a:p>
            <a:pPr lvl="0"/>
            <a:r>
              <a:rPr lang="en-US"/>
              <a:t>##%</a:t>
            </a:r>
          </a:p>
        </p:txBody>
      </p:sp>
      <p:sp>
        <p:nvSpPr>
          <p:cNvPr id="6" name="Slide Number Placeholder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a:lstStyle>
            <a:lvl1pPr>
              <a:defRPr>
                <a:solidFill>
                  <a:schemeClr val="accent2"/>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1F35E9FA-D749-4B0D-A60E-CFC9630D3818}" type="datetime1">
              <a:rPr lang="en-US" smtClean="0"/>
              <a:t>10/25/2025</a:t>
            </a:fld>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67A35BA-41D5-4E87-94C2-E365E2A3656B}" type="datetime1">
              <a:rPr lang="en-US" smtClean="0"/>
              <a:pPr/>
              <a:t>10/25/2025</a:t>
            </a:fld>
            <a:endParaRPr lang="en-US"/>
          </a:p>
        </p:txBody>
      </p:sp>
      <p:cxnSp>
        <p:nvCxnSpPr>
          <p:cNvPr id="6" name="Straight Connector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Graphic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8" name="Graphic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6" name="Content Placeholder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anchor="b">
            <a:normAutofit/>
          </a:bodyPr>
          <a:lstStyle>
            <a:lvl1pPr marL="0" indent="0">
              <a:lnSpc>
                <a:spcPct val="90000"/>
              </a:lnSpc>
              <a:buNone/>
              <a:defRPr sz="5000" b="1" cap="all" baseline="0">
                <a:solidFill>
                  <a:schemeClr val="bg2"/>
                </a:solidFill>
              </a:defRPr>
            </a:lvl1pPr>
            <a:lvl2pPr marL="228600" indent="0">
              <a:lnSpc>
                <a:spcPct val="90000"/>
              </a:lnSpc>
              <a:buNone/>
              <a:defRPr sz="5000" b="1" cap="all" baseline="0">
                <a:solidFill>
                  <a:schemeClr val="bg2"/>
                </a:solidFill>
              </a:defRPr>
            </a:lvl2pPr>
            <a:lvl3pPr marL="457200" indent="0">
              <a:lnSpc>
                <a:spcPct val="90000"/>
              </a:lnSpc>
              <a:buNone/>
              <a:defRPr sz="5000" b="1" cap="all" baseline="0">
                <a:solidFill>
                  <a:schemeClr val="bg2"/>
                </a:solidFill>
              </a:defRPr>
            </a:lvl3pPr>
            <a:lvl4pPr marL="685800" indent="0">
              <a:lnSpc>
                <a:spcPct val="90000"/>
              </a:lnSpc>
              <a:buNone/>
              <a:defRPr sz="5000" b="1" cap="all" baseline="0">
                <a:solidFill>
                  <a:schemeClr val="bg2"/>
                </a:solidFill>
              </a:defRPr>
            </a:lvl4pPr>
            <a:lvl5pPr marL="914400" indent="0">
              <a:lnSpc>
                <a:spcPct val="90000"/>
              </a:lnSpc>
              <a:buNone/>
              <a:defRPr sz="5000" b="1" cap="all" baseline="0">
                <a:solidFill>
                  <a:schemeClr val="bg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Slide Number Placeholder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a:lstStyle>
            <a:lvl1pPr>
              <a:defRPr>
                <a:solidFill>
                  <a:schemeClr val="bg1"/>
                </a:solidFill>
              </a:defRPr>
            </a:lvl1pPr>
          </a:lstStyle>
          <a:p>
            <a:fld id="{AEAA3239-9EA4-4A65-A281-97F994456D9F}" type="slidenum">
              <a:rPr lang="en-US" smtClean="0"/>
              <a:pPr/>
              <a:t>‹#›</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AEFC801C-C54B-4E4E-A0DD-68C292C7D70F}" type="datetime1">
              <a:rPr lang="en-US" smtClean="0"/>
              <a:pPr/>
              <a:t>10/25/2025</a:t>
            </a:fld>
            <a:endParaRPr lang="en-US"/>
          </a:p>
        </p:txBody>
      </p:sp>
      <p:cxnSp>
        <p:nvCxnSpPr>
          <p:cNvPr id="12" name="Straight Connector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Graphic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solidFill>
                  <a:schemeClr val="bg1"/>
                </a:solidFill>
              </a:endParaRPr>
            </a:p>
          </p:txBody>
        </p:sp>
        <p:sp>
          <p:nvSpPr>
            <p:cNvPr id="24" name="Graphic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solidFill>
                  <a:schemeClr val="bg1"/>
                </a:solidFill>
              </a:endParaRPr>
            </a:p>
          </p:txBody>
        </p:sp>
        <p:sp>
          <p:nvSpPr>
            <p:cNvPr id="25" name="Graphic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6" name="Content Placeholder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anchor="t">
            <a:normAutofit/>
          </a:bodyPr>
          <a:lstStyle>
            <a:lvl1pPr marL="0" indent="0">
              <a:lnSpc>
                <a:spcPct val="90000"/>
              </a:lnSpc>
              <a:buNone/>
              <a:defRPr sz="5000" b="1" cap="all" baseline="0"/>
            </a:lvl1pPr>
            <a:lvl2pPr marL="228600" indent="0">
              <a:lnSpc>
                <a:spcPct val="90000"/>
              </a:lnSpc>
              <a:buNone/>
              <a:defRPr sz="5000" b="1" cap="all" baseline="0"/>
            </a:lvl2pPr>
            <a:lvl3pPr marL="457200" indent="0">
              <a:lnSpc>
                <a:spcPct val="90000"/>
              </a:lnSpc>
              <a:buNone/>
              <a:defRPr sz="5000" b="1" cap="all" baseline="0"/>
            </a:lvl3pPr>
            <a:lvl4pPr marL="685800" indent="0">
              <a:lnSpc>
                <a:spcPct val="90000"/>
              </a:lnSpc>
              <a:buNone/>
              <a:defRPr sz="5000" b="1" cap="all" baseline="0"/>
            </a:lvl4pPr>
            <a:lvl5pPr marL="914400" indent="0">
              <a:lnSpc>
                <a:spcPct val="90000"/>
              </a:lnSpc>
              <a:buNone/>
              <a:defRPr sz="5000" b="1"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10/25/2025</a:t>
            </a:fld>
            <a:endParaRPr lang="en-US"/>
          </a:p>
        </p:txBody>
      </p:sp>
      <p:cxnSp>
        <p:nvCxnSpPr>
          <p:cNvPr id="13" name="Straight Connector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Graphic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6" name="Graphic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7" name="Graphic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
        <p:nvSpPr>
          <p:cNvPr id="7" name="Title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6" name="Content Placeholder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a:normAutofit/>
          </a:bodyPr>
          <a:lstStyle>
            <a:lvl1pPr marL="0" indent="0">
              <a:lnSpc>
                <a:spcPct val="90000"/>
              </a:lnSpc>
              <a:buNone/>
              <a:defRPr sz="5000" b="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10/25/2025</a:t>
            </a:fld>
            <a:endParaRPr lang="en-US"/>
          </a:p>
        </p:txBody>
      </p:sp>
      <p:cxnSp>
        <p:nvCxnSpPr>
          <p:cNvPr id="13" name="Straight Connector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anchor="ctr">
            <a:normAutofit/>
          </a:bodyPr>
          <a:lstStyle>
            <a:lvl1pPr>
              <a:lnSpc>
                <a:spcPct val="120000"/>
              </a:lnSpc>
              <a:defRPr sz="2000"/>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13" name="Content Placeholder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234566FD-24FB-4338-A35C-D9AE347B4F66}" type="datetime1">
              <a:rPr lang="en-US" smtClean="0"/>
              <a:pPr/>
              <a:t>10/25/2025</a:t>
            </a:fld>
            <a:endParaRPr lang="en-US"/>
          </a:p>
        </p:txBody>
      </p:sp>
      <p:grpSp>
        <p:nvGrpSpPr>
          <p:cNvPr id="6" name="Group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Graphic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9" name="Graphic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0" name="Graphic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anchor="ctr">
            <a:normAutofit/>
          </a:bodyPr>
          <a:lstStyle>
            <a:lvl1pPr>
              <a:lnSpc>
                <a:spcPct val="120000"/>
              </a:lnSpc>
              <a:defRPr sz="2000">
                <a:solidFill>
                  <a:schemeClr val="accent2"/>
                </a:solidFill>
              </a:defRPr>
            </a:lvl1pPr>
          </a:lstStyle>
          <a:p>
            <a:r>
              <a:rPr lang="en-US" dirty="0"/>
              <a:t>Quote Author</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3" name="Content Placeholder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anchor="ctr">
            <a:normAutofit/>
          </a:bodyPr>
          <a:lstStyle>
            <a:lvl1pPr marL="0" indent="0">
              <a:lnSpc>
                <a:spcPct val="90000"/>
              </a:lnSpc>
              <a:buNone/>
              <a:defRPr sz="5000"/>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02BF1DD-1BF4-406D-9906-B4846BCC8D55}" type="datetime1">
              <a:rPr lang="en-US" smtClean="0"/>
              <a:t>10/25/2025</a:t>
            </a:fld>
            <a:endParaRPr lang="en-US"/>
          </a:p>
        </p:txBody>
      </p:sp>
      <p:grpSp>
        <p:nvGrpSpPr>
          <p:cNvPr id="9" name="Group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Graphic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1" name="Graphic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7B80538-E0C0-8B37-2CBC-715464FE825E}"/>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Content Placeholder 5">
            <a:extLst>
              <a:ext uri="{FF2B5EF4-FFF2-40B4-BE49-F238E27FC236}">
                <a16:creationId xmlns:a16="http://schemas.microsoft.com/office/drawing/2014/main" id="{7C0431DD-A630-224B-A787-6BF3732EE15B}"/>
              </a:ext>
            </a:extLst>
          </p:cNvPr>
          <p:cNvSpPr>
            <a:spLocks noGrp="1"/>
          </p:cNvSpPr>
          <p:nvPr>
            <p:ph sz="quarter" idx="15"/>
          </p:nvPr>
        </p:nvSpPr>
        <p:spPr>
          <a:xfrm>
            <a:off x="152400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1">
            <a:extLst>
              <a:ext uri="{FF2B5EF4-FFF2-40B4-BE49-F238E27FC236}">
                <a16:creationId xmlns:a16="http://schemas.microsoft.com/office/drawing/2014/main" id="{B9CDF450-BB1A-E96B-F44C-F881C731657F}"/>
              </a:ext>
            </a:extLst>
          </p:cNvPr>
          <p:cNvSpPr>
            <a:spLocks noGrp="1"/>
          </p:cNvSpPr>
          <p:nvPr>
            <p:ph sz="quarter" idx="16"/>
          </p:nvPr>
        </p:nvSpPr>
        <p:spPr>
          <a:xfrm>
            <a:off x="6736080" y="1905000"/>
            <a:ext cx="4846320" cy="42687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3" name="Straight Connector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Footer Placeholder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4" name="Date Placeholder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10/25/2025</a:t>
            </a:fld>
            <a:endParaRPr lang="en-US"/>
          </a:p>
        </p:txBody>
      </p:sp>
      <p:sp>
        <p:nvSpPr>
          <p:cNvPr id="16" name="Slide Number Placeholder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3D62A-20D4-C83A-8EC5-0F0FC4527F88}"/>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23941"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36080" y="1737360"/>
            <a:ext cx="4846320" cy="559834"/>
          </a:xfrm>
        </p:spPr>
        <p:txBody>
          <a:bodyPr anchor="b">
            <a:norm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2400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736080" y="2387600"/>
            <a:ext cx="4846320" cy="3786188"/>
          </a:xfrm>
        </p:spPr>
        <p:txBody>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1" name="Straight Connector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Footer Placeholder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13" name="Date Placeholder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10/25/2025</a:t>
            </a:fld>
            <a:endParaRPr lang="en-US"/>
          </a:p>
        </p:txBody>
      </p:sp>
      <p:sp>
        <p:nvSpPr>
          <p:cNvPr id="15" name="Slide Number Placeholder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Graphic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4" name="Graphic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5" name="Graphic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
        <p:nvSpPr>
          <p:cNvPr id="6" name="Title 1">
            <a:extLst>
              <a:ext uri="{FF2B5EF4-FFF2-40B4-BE49-F238E27FC236}">
                <a16:creationId xmlns:a16="http://schemas.microsoft.com/office/drawing/2014/main" id="{B4A8E7DD-F0B9-81F7-287D-3CB3DD2F7595}"/>
              </a:ext>
            </a:extLst>
          </p:cNvPr>
          <p:cNvSpPr>
            <a:spLocks noGrp="1"/>
          </p:cNvSpPr>
          <p:nvPr>
            <p:ph type="title"/>
          </p:nvPr>
        </p:nvSpPr>
        <p:spPr>
          <a:xfrm>
            <a:off x="1529442" y="731520"/>
            <a:ext cx="10052958" cy="962590"/>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a:lstStyle/>
          <a:p>
            <a:r>
              <a:rPr lang="en-US"/>
              <a:t>Sample Footer Text</a:t>
            </a:r>
          </a:p>
        </p:txBody>
      </p:sp>
      <p:sp>
        <p:nvSpPr>
          <p:cNvPr id="8" name="Date Placeholder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a:lstStyle/>
          <a:p>
            <a:fld id="{2086C921-50A5-4289-8B96-30101E64A548}" type="datetime1">
              <a:rPr lang="en-US" smtClean="0"/>
              <a:t>10/25/2025</a:t>
            </a:fld>
            <a:endParaRPr lang="en-US"/>
          </a:p>
        </p:txBody>
      </p:sp>
      <p:sp>
        <p:nvSpPr>
          <p:cNvPr id="10" name="Slide Number Placeholder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a:lstStyle/>
          <a:p>
            <a:fld id="{AEAA3239-9EA4-4A65-A281-97F994456D9F}" type="slidenum">
              <a:rPr lang="en-US" smtClean="0"/>
              <a:t>‹#›</a:t>
            </a:fld>
            <a:endParaRPr lang="en-US"/>
          </a:p>
        </p:txBody>
      </p:sp>
      <p:cxnSp>
        <p:nvCxnSpPr>
          <p:cNvPr id="11" name="Straight Connector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10/25/2025</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5ED79D4C-84E4-DE7D-6224-9B34D3EC7A52}"/>
              </a:ext>
            </a:extLst>
          </p:cNvPr>
          <p:cNvSpPr>
            <a:spLocks noGrp="1"/>
          </p:cNvSpPr>
          <p:nvPr>
            <p:ph type="body" sz="half" idx="13"/>
          </p:nvPr>
        </p:nvSpPr>
        <p:spPr>
          <a:xfrm>
            <a:off x="731520" y="3439824"/>
            <a:ext cx="3108960" cy="2743200"/>
          </a:xfrm>
        </p:spPr>
        <p:txBody>
          <a:bodyPr>
            <a:normAutofit/>
          </a:bodyPr>
          <a:lstStyle>
            <a:lvl1pPr marL="0" indent="0">
              <a:buNone/>
              <a:defRPr sz="1400"/>
            </a:lvl1pPr>
          </a:lstStyle>
          <a:p>
            <a:r>
              <a:rPr lang="en-US" dirty="0"/>
              <a:t>Add a brief caption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14800" y="685800"/>
            <a:ext cx="6440258" cy="5497224"/>
          </a:xfrm>
        </p:spPr>
        <p:txBody>
          <a:bodyPr vert="horz" lIns="91440" tIns="45720" rIns="91440" bIns="45720" rtlCol="0">
            <a:norm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10/25/2025</a:t>
            </a:fld>
            <a:endParaRPr lang="en-US"/>
          </a:p>
        </p:txBody>
      </p:sp>
      <p:grpSp>
        <p:nvGrpSpPr>
          <p:cNvPr id="12" name="Group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Graphic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bg1"/>
                </a:solidFill>
              </a:endParaRPr>
            </a:p>
          </p:txBody>
        </p:sp>
        <p:sp>
          <p:nvSpPr>
            <p:cNvPr id="14" name="Graphic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bg1"/>
                </a:solidFill>
              </a:endParaRPr>
            </a:p>
          </p:txBody>
        </p:sp>
        <p:sp>
          <p:nvSpPr>
            <p:cNvPr id="19" name="Graphic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2E33D2F-D845-A10E-F9E5-C6C051C8E9B2}"/>
              </a:ext>
            </a:extLst>
          </p:cNvPr>
          <p:cNvSpPr>
            <a:spLocks noGrp="1"/>
          </p:cNvSpPr>
          <p:nvPr>
            <p:ph type="title"/>
          </p:nvPr>
        </p:nvSpPr>
        <p:spPr>
          <a:xfrm>
            <a:off x="731520" y="731519"/>
            <a:ext cx="3108960" cy="2651760"/>
          </a:xfrm>
        </p:spPr>
        <p:txBody>
          <a:bodyPr anchor="t">
            <a:noAutofit/>
          </a:bodyPr>
          <a:lstStyle>
            <a:lvl1pPr>
              <a:defRPr sz="4000"/>
            </a:lvl1pPr>
          </a:lstStyle>
          <a:p>
            <a:r>
              <a:rPr lang="en-US" dirty="0"/>
              <a:t>Click to edit Master title style</a:t>
            </a:r>
          </a:p>
        </p:txBody>
      </p:sp>
      <p:sp>
        <p:nvSpPr>
          <p:cNvPr id="9" name="Text Placeholder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anchor="b">
            <a:normAutofit/>
          </a:bodyPr>
          <a:lstStyle>
            <a:lvl1pPr marL="0" indent="0">
              <a:buNone/>
              <a:defRPr sz="1400"/>
            </a:lvl1pPr>
          </a:lstStyle>
          <a:p>
            <a:r>
              <a:rPr lang="en-US" dirty="0"/>
              <a:t>Add a brief caption</a:t>
            </a:r>
          </a:p>
        </p:txBody>
      </p:sp>
      <p:sp>
        <p:nvSpPr>
          <p:cNvPr id="11" name="Rectangle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a:lstStyle/>
          <a:p>
            <a:fld id="{AEAA3239-9EA4-4A65-A281-97F994456D9F}" type="slidenum">
              <a:rPr lang="en-US" smtClean="0"/>
              <a:t>‹#›</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10/25/2025</a:t>
            </a:fld>
            <a:endParaRPr lang="en-US"/>
          </a:p>
        </p:txBody>
      </p:sp>
      <p:grpSp>
        <p:nvGrpSpPr>
          <p:cNvPr id="3" name="Group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Graphic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solidFill>
                  <a:schemeClr val="accent2"/>
                </a:solidFill>
              </a:endParaRPr>
            </a:p>
          </p:txBody>
        </p:sp>
        <p:sp>
          <p:nvSpPr>
            <p:cNvPr id="10" name="Graphic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solidFill>
                  <a:schemeClr val="accent2"/>
                </a:solidFill>
              </a:endParaRPr>
            </a:p>
          </p:txBody>
        </p:sp>
        <p:sp>
          <p:nvSpPr>
            <p:cNvPr id="12" name="Graphic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31520"/>
            <a:ext cx="10056254" cy="1798622"/>
          </a:xfrm>
        </p:spPr>
        <p:txBody>
          <a:bodyPr anchor="b">
            <a:normAutofit/>
          </a:bodyPr>
          <a:lstStyle>
            <a:lvl1pPr>
              <a:defRPr sz="60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2941593"/>
            <a:ext cx="10951037"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9" name="Footer Placeholder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a:lstStyle>
            <a:lvl1pPr>
              <a:defRPr>
                <a:solidFill>
                  <a:schemeClr val="tx1"/>
                </a:solidFill>
              </a:defRPr>
            </a:lvl1pPr>
          </a:lstStyle>
          <a:p>
            <a:r>
              <a:rPr lang="en-US"/>
              <a:t>Sample Footer Text</a:t>
            </a:r>
          </a:p>
        </p:txBody>
      </p:sp>
      <p:sp>
        <p:nvSpPr>
          <p:cNvPr id="7" name="Date Placeholder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a:lstStyle>
            <a:lvl1pPr>
              <a:defRPr>
                <a:solidFill>
                  <a:schemeClr val="tx1"/>
                </a:solidFill>
              </a:defRPr>
            </a:lvl1pPr>
          </a:lstStyle>
          <a:p>
            <a:fld id="{1D3D1E3E-5DD4-4BAD-A138-1254BF94C224}" type="datetime1">
              <a:rPr lang="en-US" smtClean="0"/>
              <a:pPr/>
              <a:t>10/25/2025</a:t>
            </a:fld>
            <a:endParaRPr lang="en-US"/>
          </a:p>
        </p:txBody>
      </p:sp>
      <p:grpSp>
        <p:nvGrpSpPr>
          <p:cNvPr id="11" name="Group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Graphic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13" name="Graphic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14" name="Graphic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55065"/>
            <a:ext cx="6383298" cy="1734658"/>
          </a:xfrm>
        </p:spPr>
        <p:txBody>
          <a:bodyPr anchor="b">
            <a:noAutofit/>
          </a:bodyPr>
          <a:lstStyle>
            <a:lvl1pPr>
              <a:defRPr sz="6000">
                <a:solidFill>
                  <a:schemeClr val="tx2"/>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531566"/>
            <a:ext cx="6383201" cy="1557567"/>
          </a:xfrm>
        </p:spPr>
        <p:txBody>
          <a:bodyPr>
            <a:noAutofit/>
          </a:bodyPr>
          <a:lstStyle>
            <a:lvl1pPr marL="0" indent="0">
              <a:buNone/>
              <a:defRPr sz="2000">
                <a:solidFill>
                  <a:schemeClr val="tx2"/>
                </a:solidFill>
              </a:defRPr>
            </a:lvl1pPr>
            <a:lvl2pPr marL="228600" indent="0">
              <a:buNone/>
              <a:defRPr sz="2000">
                <a:solidFill>
                  <a:schemeClr val="tx2"/>
                </a:solidFill>
              </a:defRPr>
            </a:lvl2pPr>
            <a:lvl3pPr marL="457200" indent="0">
              <a:buNone/>
              <a:defRPr sz="2000">
                <a:solidFill>
                  <a:schemeClr val="tx2"/>
                </a:solidFill>
              </a:defRPr>
            </a:lvl3pPr>
            <a:lvl4pPr marL="685800" indent="0">
              <a:buNone/>
              <a:defRPr sz="2000">
                <a:solidFill>
                  <a:schemeClr val="tx2"/>
                </a:solidFill>
              </a:defRPr>
            </a:lvl4pPr>
            <a:lvl5pPr marL="914400" indent="0">
              <a:buNone/>
              <a:defRPr sz="20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anchor="t">
            <a:noAutofit/>
          </a:bodyPr>
          <a:lstStyle>
            <a:lvl1pPr algn="ctr">
              <a:buNone/>
              <a:defRPr sz="1600" b="0" i="0">
                <a:solidFill>
                  <a:schemeClr val="tx1"/>
                </a:solidFill>
                <a:latin typeface="+mn-lt"/>
              </a:defRPr>
            </a:lvl1pPr>
          </a:lstStyle>
          <a:p>
            <a:r>
              <a:rPr lang="en-US" dirty="0"/>
              <a:t>  </a:t>
            </a:r>
          </a:p>
        </p:txBody>
      </p:sp>
      <p:sp>
        <p:nvSpPr>
          <p:cNvPr id="13" name="Slide Number Placeholder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a:lstStyle>
            <a:lvl1pPr>
              <a:defRPr>
                <a:solidFill>
                  <a:schemeClr val="tx1"/>
                </a:solidFill>
              </a:defRPr>
            </a:lvl1pPr>
          </a:lstStyle>
          <a:p>
            <a:fld id="{AEAA3239-9EA4-4A65-A281-97F994456D9F}" type="slidenum">
              <a:rPr lang="en-US" smtClean="0"/>
              <a:pPr/>
              <a:t>‹#›</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10/25/2025</a:t>
            </a:fld>
            <a:endParaRPr lang="en-US"/>
          </a:p>
        </p:txBody>
      </p:sp>
      <p:grpSp>
        <p:nvGrpSpPr>
          <p:cNvPr id="26" name="Group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Graphic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endParaRPr lang="en-US">
                <a:solidFill>
                  <a:schemeClr val="bg1"/>
                </a:solidFill>
              </a:endParaRPr>
            </a:p>
          </p:txBody>
        </p:sp>
        <p:sp>
          <p:nvSpPr>
            <p:cNvPr id="28" name="Graphic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endParaRPr lang="en-US">
                <a:solidFill>
                  <a:schemeClr val="bg1"/>
                </a:solidFill>
              </a:endParaRPr>
            </a:p>
          </p:txBody>
        </p:sp>
        <p:sp>
          <p:nvSpPr>
            <p:cNvPr id="29" name="Graphic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fld id="{7DF4F7BB-A1DF-4BD2-8D5B-CA9EB40127CE}" type="datetime1">
              <a:rPr lang="en-US" smtClean="0"/>
              <a:pPr/>
              <a:t>10/25/2025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lstStyle>
            <a:lvl1pPr algn="l" rtl="0">
              <a:defRPr sz="1000" b="0" i="0">
                <a:solidFill>
                  <a:schemeClr val="bg1">
                    <a:lumMod val="6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fld id="{AEAA3239-9EA4-4A65-A281-97F994456D9F}"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Lst>
  <p:hf sldNum="0"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n-lt"/>
          <a:ea typeface="+mn-ea"/>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n-lt"/>
          <a:ea typeface="+mn-ea"/>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666BC-83AC-7601-20AC-A4E6F525DC94}"/>
              </a:ext>
            </a:extLst>
          </p:cNvPr>
          <p:cNvSpPr>
            <a:spLocks noGrp="1"/>
          </p:cNvSpPr>
          <p:nvPr>
            <p:ph type="ctrTitle"/>
          </p:nvPr>
        </p:nvSpPr>
        <p:spPr>
          <a:xfrm>
            <a:off x="693824" y="1821900"/>
            <a:ext cx="10058376" cy="2303329"/>
          </a:xfrm>
        </p:spPr>
        <p:txBody>
          <a:bodyPr anchor="b">
            <a:normAutofit/>
          </a:bodyPr>
          <a:lstStyle/>
          <a:p>
            <a:r>
              <a:rPr lang="en-US" sz="5600"/>
              <a:t>Designing for Wearables (watchOS) - Advanced Workshop</a:t>
            </a:r>
          </a:p>
        </p:txBody>
      </p:sp>
      <p:sp>
        <p:nvSpPr>
          <p:cNvPr id="3" name="Subtitle 2">
            <a:extLst>
              <a:ext uri="{FF2B5EF4-FFF2-40B4-BE49-F238E27FC236}">
                <a16:creationId xmlns:a16="http://schemas.microsoft.com/office/drawing/2014/main" id="{4C7CA39E-F852-D68E-2DB9-A93CC6A014C8}"/>
              </a:ext>
            </a:extLst>
          </p:cNvPr>
          <p:cNvSpPr>
            <a:spLocks noGrp="1"/>
          </p:cNvSpPr>
          <p:nvPr>
            <p:ph type="subTitle" idx="1"/>
          </p:nvPr>
        </p:nvSpPr>
        <p:spPr>
          <a:xfrm>
            <a:off x="693824" y="4337220"/>
            <a:ext cx="8229593" cy="1235761"/>
          </a:xfrm>
        </p:spPr>
        <p:txBody>
          <a:bodyPr>
            <a:normAutofit/>
          </a:bodyPr>
          <a:lstStyle/>
          <a:p>
            <a:r>
              <a:rPr lang="en-US"/>
              <a:t>Exploring advanced techniques to enhance wearable app design</a:t>
            </a:r>
          </a:p>
        </p:txBody>
      </p:sp>
    </p:spTree>
    <p:extLst>
      <p:ext uri="{BB962C8B-B14F-4D97-AF65-F5344CB8AC3E}">
        <p14:creationId xmlns:p14="http://schemas.microsoft.com/office/powerpoint/2010/main" val="20717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1FA99-8F8A-698E-A2EC-5A7AAB15AABD}"/>
              </a:ext>
            </a:extLst>
          </p:cNvPr>
          <p:cNvSpPr>
            <a:spLocks noGrp="1"/>
          </p:cNvSpPr>
          <p:nvPr>
            <p:ph type="ctrTitle"/>
          </p:nvPr>
        </p:nvSpPr>
        <p:spPr>
          <a:xfrm>
            <a:off x="1524001" y="836955"/>
            <a:ext cx="5943600" cy="4649446"/>
          </a:xfrm>
        </p:spPr>
        <p:txBody>
          <a:bodyPr anchor="b">
            <a:normAutofit/>
          </a:bodyPr>
          <a:lstStyle/>
          <a:p>
            <a:r>
              <a:rPr lang="en-US" sz="5600"/>
              <a:t>Introduction &amp; Goals</a:t>
            </a:r>
          </a:p>
        </p:txBody>
      </p:sp>
    </p:spTree>
    <p:extLst>
      <p:ext uri="{BB962C8B-B14F-4D97-AF65-F5344CB8AC3E}">
        <p14:creationId xmlns:p14="http://schemas.microsoft.com/office/powerpoint/2010/main" val="30219456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5683D-9D05-52A2-09A0-2D9B2B6A0016}"/>
              </a:ext>
            </a:extLst>
          </p:cNvPr>
          <p:cNvSpPr>
            <a:spLocks noGrp="1"/>
          </p:cNvSpPr>
          <p:nvPr>
            <p:ph type="title"/>
          </p:nvPr>
        </p:nvSpPr>
        <p:spPr>
          <a:xfrm>
            <a:off x="731520" y="731520"/>
            <a:ext cx="3657600" cy="2011680"/>
          </a:xfrm>
        </p:spPr>
        <p:txBody>
          <a:bodyPr anchor="t">
            <a:normAutofit/>
          </a:bodyPr>
          <a:lstStyle/>
          <a:p>
            <a:r>
              <a:rPr lang="en-US" sz="3700"/>
              <a:t>Workshop Overview and Objectives</a:t>
            </a:r>
          </a:p>
        </p:txBody>
      </p:sp>
      <p:pic>
        <p:nvPicPr>
          <p:cNvPr id="5" name="Content Placeholder 4" descr="Smart home control">
            <a:extLst>
              <a:ext uri="{FF2B5EF4-FFF2-40B4-BE49-F238E27FC236}">
                <a16:creationId xmlns:a16="http://schemas.microsoft.com/office/drawing/2014/main" id="{0DFEECA1-3201-42F6-A503-11EB1DAA7936}"/>
              </a:ext>
            </a:extLst>
          </p:cNvPr>
          <p:cNvPicPr>
            <a:picLocks noGrp="1" noChangeAspect="1"/>
          </p:cNvPicPr>
          <p:nvPr>
            <p:ph type="pic" sz="quarter" idx="19"/>
          </p:nvPr>
        </p:nvPicPr>
        <p:blipFill>
          <a:blip r:embed="rId3"/>
          <a:stretch/>
        </p:blipFill>
        <p:spPr>
          <a:xfrm>
            <a:off x="1038623" y="3691559"/>
            <a:ext cx="2542791" cy="1760882"/>
          </a:xfrm>
          <a:prstGeom prst="rect">
            <a:avLst/>
          </a:prstGeom>
          <a:noFill/>
        </p:spPr>
      </p:pic>
      <p:sp>
        <p:nvSpPr>
          <p:cNvPr id="4" name="Content Placeholder 3">
            <a:extLst>
              <a:ext uri="{FF2B5EF4-FFF2-40B4-BE49-F238E27FC236}">
                <a16:creationId xmlns:a16="http://schemas.microsoft.com/office/drawing/2014/main" id="{0FEA07DD-7805-6119-8D9B-4CEE9CF903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6320" y="731520"/>
            <a:ext cx="5920354" cy="5171831"/>
          </a:xfrm>
        </p:spPr>
        <p:txBody>
          <a:bodyPr>
            <a:normAutofit/>
          </a:bodyPr>
          <a:lstStyle/>
          <a:p>
            <a:pPr marL="0" indent="0">
              <a:spcBef>
                <a:spcPts val="2500"/>
              </a:spcBef>
              <a:buFont typeface="Arial" panose="020B0604020202020204" pitchFamily="34" charset="0"/>
              <a:buNone/>
            </a:pPr>
            <a:r>
              <a:rPr lang="en-US" b="1"/>
              <a:t>Workshop Purpose</a:t>
            </a:r>
          </a:p>
          <a:p>
            <a:pPr marL="0" lvl="1" indent="0">
              <a:buFont typeface="Arial" panose="020B0604020202020204" pitchFamily="34" charset="0"/>
              <a:buNone/>
            </a:pPr>
            <a:r>
              <a:t>Understand key goals for mastering watchOS design and UI/UX strategies in wearables.</a:t>
            </a:r>
            <a:endParaRPr lang="en-US"/>
          </a:p>
          <a:p>
            <a:pPr marL="0" indent="0">
              <a:spcBef>
                <a:spcPts val="2500"/>
              </a:spcBef>
              <a:buFont typeface="Arial" panose="020B0604020202020204" pitchFamily="34" charset="0"/>
              <a:buNone/>
            </a:pPr>
            <a:r>
              <a:rPr lang="en-US" b="1"/>
              <a:t>Hands-On Learning</a:t>
            </a:r>
          </a:p>
          <a:p>
            <a:pPr marL="0" lvl="1" indent="0">
              <a:buFont typeface="Arial" panose="020B0604020202020204" pitchFamily="34" charset="0"/>
              <a:buNone/>
            </a:pPr>
            <a:r>
              <a:t>Build practical skills through hands-on SwiftUI projects and group critiques.</a:t>
            </a:r>
            <a:endParaRPr lang="en-US"/>
          </a:p>
          <a:p>
            <a:pPr marL="0" indent="0">
              <a:spcBef>
                <a:spcPts val="2500"/>
              </a:spcBef>
              <a:buFont typeface="Arial" panose="020B0604020202020204" pitchFamily="34" charset="0"/>
              <a:buNone/>
            </a:pPr>
            <a:r>
              <a:rPr lang="en-US" b="1"/>
              <a:t>Ergonomic Interfaces</a:t>
            </a:r>
          </a:p>
          <a:p>
            <a:pPr marL="0" lvl="1" indent="0">
              <a:buFont typeface="Arial" panose="020B0604020202020204" pitchFamily="34" charset="0"/>
              <a:buNone/>
            </a:pPr>
            <a:r>
              <a:t>Emphasize glanceable, ergonomic UI for small screens using Digital Crown and haptics.</a:t>
            </a:r>
            <a:endParaRPr lang="en-US"/>
          </a:p>
          <a:p>
            <a:pPr marL="0" indent="0">
              <a:spcBef>
                <a:spcPts val="2500"/>
              </a:spcBef>
              <a:buFont typeface="Arial" panose="020B0604020202020204" pitchFamily="34" charset="0"/>
              <a:buNone/>
            </a:pPr>
            <a:r>
              <a:rPr lang="en-US" b="1"/>
              <a:t>Tools and Resources</a:t>
            </a:r>
          </a:p>
          <a:p>
            <a:pPr marL="0" lvl="1" indent="0">
              <a:buFont typeface="Arial" panose="020B0604020202020204" pitchFamily="34" charset="0"/>
              <a:buNone/>
            </a:pPr>
            <a:r>
              <a:t>Overview of Xcode, SwiftUI, and Human Interface Guidelines for wearable design.</a:t>
            </a:r>
            <a:endParaRPr lang="en-US"/>
          </a:p>
        </p:txBody>
      </p:sp>
    </p:spTree>
    <p:extLst>
      <p:ext uri="{BB962C8B-B14F-4D97-AF65-F5344CB8AC3E}">
        <p14:creationId xmlns:p14="http://schemas.microsoft.com/office/powerpoint/2010/main" val="2090559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52441-634A-9E49-DCB0-2B3680E4D50F}"/>
              </a:ext>
            </a:extLst>
          </p:cNvPr>
          <p:cNvSpPr>
            <a:spLocks noGrp="1"/>
          </p:cNvSpPr>
          <p:nvPr>
            <p:ph type="ctrTitle"/>
          </p:nvPr>
        </p:nvSpPr>
        <p:spPr>
          <a:xfrm>
            <a:off x="1524001" y="836955"/>
            <a:ext cx="5943600" cy="4649446"/>
          </a:xfrm>
        </p:spPr>
        <p:txBody>
          <a:bodyPr anchor="b">
            <a:normAutofit/>
          </a:bodyPr>
          <a:lstStyle/>
          <a:p>
            <a:r>
              <a:rPr lang="en-US" sz="6800"/>
              <a:t>Why Wearables Are Different</a:t>
            </a:r>
          </a:p>
        </p:txBody>
      </p:sp>
    </p:spTree>
    <p:extLst>
      <p:ext uri="{BB962C8B-B14F-4D97-AF65-F5344CB8AC3E}">
        <p14:creationId xmlns:p14="http://schemas.microsoft.com/office/powerpoint/2010/main" val="3490976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6697B-3BBD-91DD-8CE4-C03F9C3D491D}"/>
              </a:ext>
            </a:extLst>
          </p:cNvPr>
          <p:cNvSpPr>
            <a:spLocks noGrp="1"/>
          </p:cNvSpPr>
          <p:nvPr>
            <p:ph type="title"/>
          </p:nvPr>
        </p:nvSpPr>
        <p:spPr>
          <a:xfrm>
            <a:off x="731520" y="731520"/>
            <a:ext cx="6858000" cy="914400"/>
          </a:xfrm>
        </p:spPr>
        <p:txBody>
          <a:bodyPr anchor="b">
            <a:normAutofit/>
          </a:bodyPr>
          <a:lstStyle/>
          <a:p>
            <a:r>
              <a:rPr lang="en-US" sz="3100"/>
              <a:t>Design Constraints and User Context</a:t>
            </a:r>
          </a:p>
        </p:txBody>
      </p:sp>
      <p:sp>
        <p:nvSpPr>
          <p:cNvPr id="4" name="Content Placeholder 3">
            <a:extLst>
              <a:ext uri="{FF2B5EF4-FFF2-40B4-BE49-F238E27FC236}">
                <a16:creationId xmlns:a16="http://schemas.microsoft.com/office/drawing/2014/main" id="{4F96CAC6-F38F-EC75-15FA-5685EAB94CB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Display Size Limitations</a:t>
            </a:r>
          </a:p>
          <a:p>
            <a:pPr marL="0" lvl="1" indent="0">
              <a:buFont typeface="Arial" panose="020B0604020202020204" pitchFamily="34" charset="0"/>
              <a:buNone/>
            </a:pPr>
            <a:r>
              <a:t>Wearables have tiny screens requiring concise and clear content for quick viewing.</a:t>
            </a:r>
            <a:endParaRPr lang="en-US"/>
          </a:p>
          <a:p>
            <a:pPr marL="0" indent="0">
              <a:spcBef>
                <a:spcPts val="2500"/>
              </a:spcBef>
              <a:buFont typeface="Arial" panose="020B0604020202020204" pitchFamily="34" charset="0"/>
              <a:buNone/>
            </a:pPr>
            <a:r>
              <a:rPr lang="en-US" b="1"/>
              <a:t>Glanceability Priority</a:t>
            </a:r>
          </a:p>
          <a:p>
            <a:pPr marL="0" lvl="1" indent="0">
              <a:buFont typeface="Arial" panose="020B0604020202020204" pitchFamily="34" charset="0"/>
              <a:buNone/>
            </a:pPr>
            <a:r>
              <a:t>Users must quickly absorb key information within seconds while moving or multitasking.</a:t>
            </a:r>
            <a:endParaRPr lang="en-US"/>
          </a:p>
          <a:p>
            <a:pPr marL="0" indent="0">
              <a:spcBef>
                <a:spcPts val="2500"/>
              </a:spcBef>
              <a:buFont typeface="Arial" panose="020B0604020202020204" pitchFamily="34" charset="0"/>
              <a:buNone/>
            </a:pPr>
            <a:r>
              <a:rPr lang="en-US" b="1"/>
              <a:t>Navigation with Digital Crown</a:t>
            </a:r>
          </a:p>
          <a:p>
            <a:pPr marL="0" lvl="1" indent="0">
              <a:buFont typeface="Arial" panose="020B0604020202020204" pitchFamily="34" charset="0"/>
              <a:buNone/>
            </a:pPr>
            <a:r>
              <a:t>The Digital Crown enables vertical scrolling and reduces complex gestures for navigation.</a:t>
            </a:r>
            <a:endParaRPr lang="en-US"/>
          </a:p>
          <a:p>
            <a:pPr marL="0" indent="0">
              <a:spcBef>
                <a:spcPts val="2500"/>
              </a:spcBef>
              <a:buFont typeface="Arial" panose="020B0604020202020204" pitchFamily="34" charset="0"/>
              <a:buNone/>
            </a:pPr>
            <a:r>
              <a:rPr lang="en-US" b="1"/>
              <a:t>Contextual Usage Environments</a:t>
            </a:r>
          </a:p>
          <a:p>
            <a:pPr marL="0" lvl="1" indent="0">
              <a:buFont typeface="Arial" panose="020B0604020202020204" pitchFamily="34" charset="0"/>
              <a:buNone/>
            </a:pPr>
            <a:r>
              <a:t>Wearables are used while walking, exercising, or multitasking, demanding responsive design.</a:t>
            </a:r>
            <a:endParaRPr lang="en-US"/>
          </a:p>
        </p:txBody>
      </p:sp>
      <p:pic>
        <p:nvPicPr>
          <p:cNvPr id="5" name="Content Placeholder 4" descr="Person checking smart watch on wrist">
            <a:extLst>
              <a:ext uri="{FF2B5EF4-FFF2-40B4-BE49-F238E27FC236}">
                <a16:creationId xmlns:a16="http://schemas.microsoft.com/office/drawing/2014/main" id="{74598CA0-7D86-4D6E-A80F-E28AE30258F8}"/>
              </a:ext>
            </a:extLst>
          </p:cNvPr>
          <p:cNvPicPr>
            <a:picLocks noGrp="1" noChangeAspect="1"/>
          </p:cNvPicPr>
          <p:nvPr>
            <p:ph type="pic" sz="quarter" idx="18"/>
          </p:nvPr>
        </p:nvPicPr>
        <p:blipFill>
          <a:blip r:embed="rId3"/>
          <a:srcRect l="44220" r="31370"/>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16596699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D097A-D516-F44A-D31F-09574EA60844}"/>
              </a:ext>
            </a:extLst>
          </p:cNvPr>
          <p:cNvSpPr>
            <a:spLocks noGrp="1"/>
          </p:cNvSpPr>
          <p:nvPr>
            <p:ph type="ctrTitle"/>
          </p:nvPr>
        </p:nvSpPr>
        <p:spPr>
          <a:xfrm>
            <a:off x="1524001" y="836955"/>
            <a:ext cx="5943600" cy="4649446"/>
          </a:xfrm>
        </p:spPr>
        <p:txBody>
          <a:bodyPr anchor="b">
            <a:normAutofit/>
          </a:bodyPr>
          <a:lstStyle/>
          <a:p>
            <a:r>
              <a:rPr lang="en-US" sz="7400"/>
              <a:t>watchOS Design Principles</a:t>
            </a:r>
          </a:p>
        </p:txBody>
      </p:sp>
    </p:spTree>
    <p:extLst>
      <p:ext uri="{BB962C8B-B14F-4D97-AF65-F5344CB8AC3E}">
        <p14:creationId xmlns:p14="http://schemas.microsoft.com/office/powerpoint/2010/main" val="18247274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602BB-E168-1B58-09D0-D3AA86CCE165}"/>
              </a:ext>
            </a:extLst>
          </p:cNvPr>
          <p:cNvSpPr>
            <a:spLocks noGrp="1"/>
          </p:cNvSpPr>
          <p:nvPr>
            <p:ph type="title"/>
          </p:nvPr>
        </p:nvSpPr>
        <p:spPr>
          <a:xfrm>
            <a:off x="731520" y="731520"/>
            <a:ext cx="3657600" cy="2011680"/>
          </a:xfrm>
        </p:spPr>
        <p:txBody>
          <a:bodyPr anchor="t">
            <a:normAutofit/>
          </a:bodyPr>
          <a:lstStyle/>
          <a:p>
            <a:r>
              <a:rPr lang="en-US" sz="2800"/>
              <a:t>Core Guidelines and Personalization</a:t>
            </a:r>
          </a:p>
        </p:txBody>
      </p:sp>
      <p:pic>
        <p:nvPicPr>
          <p:cNvPr id="5" name="Content Placeholder 4" descr="Hand holding a smart watch (smartwatch) with mobile apps around the touch screen. There are applications to connect with friends using social media, send text messages (SMS, whatsapp and messenger) and emails. There are also applications for making telephone calls, track your daily steps, calories and distance traveled, navigation using GPS, browse the internet and take photos.">
            <a:extLst>
              <a:ext uri="{FF2B5EF4-FFF2-40B4-BE49-F238E27FC236}">
                <a16:creationId xmlns:a16="http://schemas.microsoft.com/office/drawing/2014/main" id="{BCAE2D8E-9685-4DD4-A19C-FCB08BEAE0AB}"/>
              </a:ext>
            </a:extLst>
          </p:cNvPr>
          <p:cNvPicPr>
            <a:picLocks noGrp="1" noChangeAspect="1"/>
          </p:cNvPicPr>
          <p:nvPr>
            <p:ph type="pic" sz="quarter" idx="19"/>
          </p:nvPr>
        </p:nvPicPr>
        <p:blipFill>
          <a:blip r:embed="rId3"/>
          <a:srcRect l="15554" r="19085" b="-2"/>
          <a:stretch>
            <a:fillRect/>
          </a:stretch>
        </p:blipFill>
        <p:spPr>
          <a:xfrm>
            <a:off x="1038623" y="3273552"/>
            <a:ext cx="2542791" cy="2596896"/>
          </a:xfrm>
          <a:prstGeom prst="rect">
            <a:avLst/>
          </a:prstGeom>
          <a:noFill/>
        </p:spPr>
      </p:pic>
      <p:sp>
        <p:nvSpPr>
          <p:cNvPr id="4" name="Content Placeholder 3">
            <a:extLst>
              <a:ext uri="{FF2B5EF4-FFF2-40B4-BE49-F238E27FC236}">
                <a16:creationId xmlns:a16="http://schemas.microsoft.com/office/drawing/2014/main" id="{CE4CB752-1C94-FE31-FB5C-C5DCD64A03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6320" y="731520"/>
            <a:ext cx="5920354" cy="5171831"/>
          </a:xfrm>
        </p:spPr>
        <p:txBody>
          <a:bodyPr>
            <a:normAutofit/>
          </a:bodyPr>
          <a:lstStyle/>
          <a:p>
            <a:pPr marL="0" indent="0">
              <a:spcBef>
                <a:spcPts val="2500"/>
              </a:spcBef>
              <a:buFont typeface="Arial" panose="020B0604020202020204" pitchFamily="34" charset="0"/>
              <a:buNone/>
            </a:pPr>
            <a:r>
              <a:rPr lang="en-US" b="1"/>
              <a:t>Prioritize the Moment</a:t>
            </a:r>
          </a:p>
          <a:p>
            <a:pPr marL="0" lvl="1" indent="0">
              <a:buFont typeface="Arial" panose="020B0604020202020204" pitchFamily="34" charset="0"/>
              <a:buNone/>
            </a:pPr>
            <a:r>
              <a:t>Designers should prioritize immediate, context-relevant information to enhance user focus and efficiency.</a:t>
            </a:r>
            <a:endParaRPr lang="en-US"/>
          </a:p>
          <a:p>
            <a:pPr marL="0" indent="0">
              <a:spcBef>
                <a:spcPts val="2500"/>
              </a:spcBef>
              <a:buFont typeface="Arial" panose="020B0604020202020204" pitchFamily="34" charset="0"/>
              <a:buNone/>
            </a:pPr>
            <a:r>
              <a:rPr lang="en-US" b="1"/>
              <a:t>Shallow Navigation</a:t>
            </a:r>
          </a:p>
          <a:p>
            <a:pPr marL="0" lvl="1" indent="0">
              <a:buFont typeface="Arial" panose="020B0604020202020204" pitchFamily="34" charset="0"/>
              <a:buNone/>
            </a:pPr>
            <a:r>
              <a:t>Navigation should be simple and shallow, requiring minimal effort to complete user tasks quickly.</a:t>
            </a:r>
            <a:endParaRPr lang="en-US"/>
          </a:p>
          <a:p>
            <a:pPr marL="0" indent="0">
              <a:spcBef>
                <a:spcPts val="2500"/>
              </a:spcBef>
              <a:buFont typeface="Arial" panose="020B0604020202020204" pitchFamily="34" charset="0"/>
              <a:buNone/>
            </a:pPr>
            <a:r>
              <a:rPr lang="en-US" b="1"/>
              <a:t>Quick Gestures</a:t>
            </a:r>
          </a:p>
          <a:p>
            <a:pPr marL="0" lvl="1" indent="0">
              <a:buFont typeface="Arial" panose="020B0604020202020204" pitchFamily="34" charset="0"/>
              <a:buNone/>
            </a:pPr>
            <a:r>
              <a:t>Use one or two quick gestures for targeted actions to improve usability and speed.</a:t>
            </a:r>
            <a:endParaRPr lang="en-US"/>
          </a:p>
          <a:p>
            <a:pPr marL="0" indent="0">
              <a:spcBef>
                <a:spcPts val="2500"/>
              </a:spcBef>
              <a:buFont typeface="Arial" panose="020B0604020202020204" pitchFamily="34" charset="0"/>
              <a:buNone/>
            </a:pPr>
            <a:r>
              <a:rPr lang="en-US" b="1"/>
              <a:t>Adaptive Interfaces</a:t>
            </a:r>
          </a:p>
          <a:p>
            <a:pPr marL="0" lvl="1" indent="0">
              <a:buFont typeface="Arial" panose="020B0604020202020204" pitchFamily="34" charset="0"/>
              <a:buNone/>
            </a:pPr>
            <a:r>
              <a:t>Interfaces should adapt dynamically based on device context like time, activity, and location.</a:t>
            </a:r>
            <a:endParaRPr lang="en-US"/>
          </a:p>
        </p:txBody>
      </p:sp>
    </p:spTree>
    <p:extLst>
      <p:ext uri="{BB962C8B-B14F-4D97-AF65-F5344CB8AC3E}">
        <p14:creationId xmlns:p14="http://schemas.microsoft.com/office/powerpoint/2010/main" val="40117216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627B-FA39-F29E-F0B2-EFF77A0A508C}"/>
              </a:ext>
            </a:extLst>
          </p:cNvPr>
          <p:cNvSpPr>
            <a:spLocks noGrp="1"/>
          </p:cNvSpPr>
          <p:nvPr>
            <p:ph type="ctrTitle"/>
          </p:nvPr>
        </p:nvSpPr>
        <p:spPr>
          <a:xfrm>
            <a:off x="1524001" y="836955"/>
            <a:ext cx="5943600" cy="4649446"/>
          </a:xfrm>
        </p:spPr>
        <p:txBody>
          <a:bodyPr anchor="b">
            <a:normAutofit/>
          </a:bodyPr>
          <a:lstStyle/>
          <a:p>
            <a:r>
              <a:rPr lang="en-US" sz="6800"/>
              <a:t>Navigation &amp; Layout Best Practices</a:t>
            </a:r>
          </a:p>
        </p:txBody>
      </p:sp>
    </p:spTree>
    <p:extLst>
      <p:ext uri="{BB962C8B-B14F-4D97-AF65-F5344CB8AC3E}">
        <p14:creationId xmlns:p14="http://schemas.microsoft.com/office/powerpoint/2010/main" val="3417065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35AE-CF69-4464-4166-B7C716C587BB}"/>
              </a:ext>
            </a:extLst>
          </p:cNvPr>
          <p:cNvSpPr>
            <a:spLocks noGrp="1"/>
          </p:cNvSpPr>
          <p:nvPr>
            <p:ph type="title"/>
          </p:nvPr>
        </p:nvSpPr>
        <p:spPr>
          <a:xfrm>
            <a:off x="731520" y="731520"/>
            <a:ext cx="6858000" cy="914400"/>
          </a:xfrm>
        </p:spPr>
        <p:txBody>
          <a:bodyPr anchor="b">
            <a:normAutofit/>
          </a:bodyPr>
          <a:lstStyle/>
          <a:p>
            <a:r>
              <a:rPr lang="en-US" sz="2500"/>
              <a:t>Implementing Shallow Hierarchies and Scrollable Views</a:t>
            </a:r>
          </a:p>
        </p:txBody>
      </p:sp>
      <p:sp>
        <p:nvSpPr>
          <p:cNvPr id="4" name="Content Placeholder 3">
            <a:extLst>
              <a:ext uri="{FF2B5EF4-FFF2-40B4-BE49-F238E27FC236}">
                <a16:creationId xmlns:a16="http://schemas.microsoft.com/office/drawing/2014/main" id="{33FA52B9-A447-3212-454B-27FF27DB7F1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NavigationStack Usage</a:t>
            </a:r>
          </a:p>
          <a:p>
            <a:pPr marL="0" lvl="1" indent="0">
              <a:buFont typeface="Arial" panose="020B0604020202020204" pitchFamily="34" charset="0"/>
              <a:buNone/>
            </a:pPr>
            <a:r>
              <a:t>NavigationStack helps create shallow, easy-to-follow app hierarchies on watchOS devices.</a:t>
            </a:r>
            <a:endParaRPr lang="en-US"/>
          </a:p>
          <a:p>
            <a:pPr marL="0" indent="0">
              <a:spcBef>
                <a:spcPts val="2500"/>
              </a:spcBef>
              <a:buFont typeface="Arial" panose="020B0604020202020204" pitchFamily="34" charset="0"/>
              <a:buNone/>
            </a:pPr>
            <a:r>
              <a:rPr lang="en-US" b="1"/>
              <a:t>Vertical Scrolling Preference</a:t>
            </a:r>
          </a:p>
          <a:p>
            <a:pPr marL="0" lvl="1" indent="0">
              <a:buFont typeface="Arial" panose="020B0604020202020204" pitchFamily="34" charset="0"/>
              <a:buNone/>
            </a:pPr>
            <a:r>
              <a:t>Vertical scrolling is favored for clarity and performance; nested scroll views should be avoided.</a:t>
            </a:r>
            <a:endParaRPr lang="en-US"/>
          </a:p>
          <a:p>
            <a:pPr marL="0" indent="0">
              <a:spcBef>
                <a:spcPts val="2500"/>
              </a:spcBef>
              <a:buFont typeface="Arial" panose="020B0604020202020204" pitchFamily="34" charset="0"/>
              <a:buNone/>
            </a:pPr>
            <a:r>
              <a:rPr lang="en-US" b="1"/>
              <a:t>Content Margins and Safe Bounds</a:t>
            </a:r>
          </a:p>
          <a:p>
            <a:pPr marL="0" lvl="1" indent="0">
              <a:buFont typeface="Arial" panose="020B0604020202020204" pitchFamily="34" charset="0"/>
              <a:buNone/>
            </a:pPr>
            <a:r>
              <a:t>Using contentMargins prevents UI clipping, ensuring safe and clear display of elements.</a:t>
            </a:r>
            <a:endParaRPr lang="en-US"/>
          </a:p>
          <a:p>
            <a:pPr marL="0" indent="0">
              <a:spcBef>
                <a:spcPts val="2500"/>
              </a:spcBef>
              <a:buFont typeface="Arial" panose="020B0604020202020204" pitchFamily="34" charset="0"/>
              <a:buNone/>
            </a:pPr>
            <a:r>
              <a:rPr lang="en-US" b="1"/>
              <a:t>Code and Sample Interface</a:t>
            </a:r>
          </a:p>
          <a:p>
            <a:pPr marL="0" lvl="1" indent="0">
              <a:buFont typeface="Arial" panose="020B0604020202020204" pitchFamily="34" charset="0"/>
              <a:buNone/>
            </a:pPr>
            <a:r>
              <a:t>Code samples and projects demonstrate implementing these layout principles effectively.</a:t>
            </a:r>
            <a:endParaRPr lang="en-US"/>
          </a:p>
        </p:txBody>
      </p:sp>
      <p:pic>
        <p:nvPicPr>
          <p:cNvPr id="5" name="Content Placeholder 4" descr="Smart watch on woman's arm with NYC icon on screen and manhattan street view in background.">
            <a:extLst>
              <a:ext uri="{FF2B5EF4-FFF2-40B4-BE49-F238E27FC236}">
                <a16:creationId xmlns:a16="http://schemas.microsoft.com/office/drawing/2014/main" id="{49A57E1A-F38B-4E39-9F0C-1C366DB59788}"/>
              </a:ext>
            </a:extLst>
          </p:cNvPr>
          <p:cNvPicPr>
            <a:picLocks noGrp="1" noChangeAspect="1"/>
          </p:cNvPicPr>
          <p:nvPr>
            <p:ph type="pic" sz="quarter" idx="18"/>
          </p:nvPr>
        </p:nvPicPr>
        <p:blipFill>
          <a:blip r:embed="rId3"/>
          <a:srcRect l="42446" r="33144"/>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334847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249B3-F52D-9312-1D3E-F97B42185D46}"/>
              </a:ext>
            </a:extLst>
          </p:cNvPr>
          <p:cNvSpPr>
            <a:spLocks noGrp="1"/>
          </p:cNvSpPr>
          <p:nvPr>
            <p:ph type="ctrTitle"/>
          </p:nvPr>
        </p:nvSpPr>
        <p:spPr>
          <a:xfrm>
            <a:off x="1524001" y="836955"/>
            <a:ext cx="5943600" cy="4649446"/>
          </a:xfrm>
        </p:spPr>
        <p:txBody>
          <a:bodyPr anchor="b">
            <a:normAutofit/>
          </a:bodyPr>
          <a:lstStyle/>
          <a:p>
            <a:r>
              <a:rPr lang="en-US" sz="6200"/>
              <a:t>Typography, Color, and Imagery</a:t>
            </a:r>
          </a:p>
        </p:txBody>
      </p:sp>
    </p:spTree>
    <p:extLst>
      <p:ext uri="{BB962C8B-B14F-4D97-AF65-F5344CB8AC3E}">
        <p14:creationId xmlns:p14="http://schemas.microsoft.com/office/powerpoint/2010/main" val="2261714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6B484-6635-1DBE-6B25-E0804E5C9AFF}"/>
              </a:ext>
            </a:extLst>
          </p:cNvPr>
          <p:cNvSpPr>
            <a:spLocks noGrp="1"/>
          </p:cNvSpPr>
          <p:nvPr>
            <p:ph type="title"/>
          </p:nvPr>
        </p:nvSpPr>
        <p:spPr>
          <a:xfrm>
            <a:off x="731520" y="731520"/>
            <a:ext cx="6858000" cy="914400"/>
          </a:xfrm>
        </p:spPr>
        <p:txBody>
          <a:bodyPr anchor="b">
            <a:normAutofit/>
          </a:bodyPr>
          <a:lstStyle/>
          <a:p>
            <a:r>
              <a:rPr lang="en-US" sz="3100"/>
              <a:t>Designing for Legibility and Performance</a:t>
            </a:r>
          </a:p>
        </p:txBody>
      </p:sp>
      <p:sp>
        <p:nvSpPr>
          <p:cNvPr id="4" name="Content Placeholder 3">
            <a:extLst>
              <a:ext uri="{FF2B5EF4-FFF2-40B4-BE49-F238E27FC236}">
                <a16:creationId xmlns:a16="http://schemas.microsoft.com/office/drawing/2014/main" id="{3771F6DE-16FF-BA69-732E-50E6255AAA0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Typography Guidelines</a:t>
            </a:r>
          </a:p>
          <a:p>
            <a:pPr marL="0" lvl="1" indent="0">
              <a:buFont typeface="Arial" panose="020B0604020202020204" pitchFamily="34" charset="0"/>
              <a:buNone/>
            </a:pPr>
            <a:r>
              <a:t>Use SF Compact fonts from Regular to Bold for legibility on small screens. Avoid ultralight and thin styles for clarity.</a:t>
            </a:r>
            <a:endParaRPr lang="en-US"/>
          </a:p>
          <a:p>
            <a:pPr marL="0" indent="0">
              <a:spcBef>
                <a:spcPts val="2500"/>
              </a:spcBef>
              <a:buFont typeface="Arial" panose="020B0604020202020204" pitchFamily="34" charset="0"/>
              <a:buNone/>
            </a:pPr>
            <a:r>
              <a:rPr lang="en-US" b="1"/>
              <a:t>Color Usage</a:t>
            </a:r>
          </a:p>
          <a:p>
            <a:pPr marL="0" lvl="1" indent="0">
              <a:buFont typeface="Arial" panose="020B0604020202020204" pitchFamily="34" charset="0"/>
              <a:buNone/>
            </a:pPr>
            <a:r>
              <a:t>Apply color sparingly to encode state or highlight key elements while maintaining high contrast, especially with Bold Text enabled.</a:t>
            </a:r>
            <a:endParaRPr lang="en-US"/>
          </a:p>
          <a:p>
            <a:pPr marL="0" indent="0">
              <a:spcBef>
                <a:spcPts val="2500"/>
              </a:spcBef>
              <a:buFont typeface="Arial" panose="020B0604020202020204" pitchFamily="34" charset="0"/>
              <a:buNone/>
            </a:pPr>
            <a:r>
              <a:rPr lang="en-US" b="1"/>
              <a:t>Imagery Optimization</a:t>
            </a:r>
          </a:p>
          <a:p>
            <a:pPr marL="0" lvl="1" indent="0">
              <a:buFont typeface="Arial" panose="020B0604020202020204" pitchFamily="34" charset="0"/>
              <a:buNone/>
            </a:pPr>
            <a:r>
              <a:t>Optimize images using AsyncImage for remote loading and scale images with scaledToFill. Clip images to rounded rectangles or circles.</a:t>
            </a:r>
            <a:endParaRPr lang="en-US"/>
          </a:p>
          <a:p>
            <a:pPr marL="0" indent="0">
              <a:spcBef>
                <a:spcPts val="2500"/>
              </a:spcBef>
              <a:buFont typeface="Arial" panose="020B0604020202020204" pitchFamily="34" charset="0"/>
              <a:buNone/>
            </a:pPr>
            <a:r>
              <a:rPr lang="en-US" b="1"/>
              <a:t>Performance Considerations</a:t>
            </a:r>
          </a:p>
          <a:p>
            <a:pPr marL="0" lvl="1" indent="0">
              <a:buFont typeface="Arial" panose="020B0604020202020204" pitchFamily="34" charset="0"/>
              <a:buNone/>
            </a:pPr>
            <a:r>
              <a:t>Consider caching and battery usage when handling images and typography to enhance app performance and user experience.</a:t>
            </a:r>
            <a:endParaRPr lang="en-US"/>
          </a:p>
        </p:txBody>
      </p:sp>
      <p:pic>
        <p:nvPicPr>
          <p:cNvPr id="5" name="Content Placeholder 4" descr="Cropped view of a woman wearing a smartwatch. The commercial product(s) or designs displayed in this image represent simulations of a real product, and are changed or altered enough so that they are free of any copyright infringements. Our team of retouching and design specialists custom designed these elements for each photo shoot">
            <a:extLst>
              <a:ext uri="{FF2B5EF4-FFF2-40B4-BE49-F238E27FC236}">
                <a16:creationId xmlns:a16="http://schemas.microsoft.com/office/drawing/2014/main" id="{A476CB1C-C243-43DF-8B33-883A7BB39537}"/>
              </a:ext>
            </a:extLst>
          </p:cNvPr>
          <p:cNvPicPr>
            <a:picLocks noGrp="1" noChangeAspect="1"/>
          </p:cNvPicPr>
          <p:nvPr>
            <p:ph type="pic" sz="quarter" idx="18"/>
          </p:nvPr>
        </p:nvPicPr>
        <p:blipFill>
          <a:blip r:embed="rId3"/>
          <a:srcRect l="20020" r="56666"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3022049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53B0-D92B-04C7-A979-DC781A0DB121}"/>
              </a:ext>
            </a:extLst>
          </p:cNvPr>
          <p:cNvSpPr>
            <a:spLocks noGrp="1"/>
          </p:cNvSpPr>
          <p:nvPr>
            <p:ph type="ctrTitle"/>
          </p:nvPr>
        </p:nvSpPr>
        <p:spPr>
          <a:xfrm>
            <a:off x="1524001" y="836955"/>
            <a:ext cx="5943600" cy="4649446"/>
          </a:xfrm>
        </p:spPr>
        <p:txBody>
          <a:bodyPr anchor="b">
            <a:normAutofit/>
          </a:bodyPr>
          <a:lstStyle/>
          <a:p>
            <a:r>
              <a:rPr lang="en-US"/>
              <a:t>Input &amp; Feedback</a:t>
            </a:r>
          </a:p>
        </p:txBody>
      </p:sp>
    </p:spTree>
    <p:extLst>
      <p:ext uri="{BB962C8B-B14F-4D97-AF65-F5344CB8AC3E}">
        <p14:creationId xmlns:p14="http://schemas.microsoft.com/office/powerpoint/2010/main" val="2045906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69B14-62F4-7BF4-36D2-CB206916DBC0}"/>
              </a:ext>
            </a:extLst>
          </p:cNvPr>
          <p:cNvSpPr>
            <a:spLocks noGrp="1"/>
          </p:cNvSpPr>
          <p:nvPr>
            <p:ph type="title"/>
          </p:nvPr>
        </p:nvSpPr>
        <p:spPr>
          <a:xfrm>
            <a:off x="731520" y="731520"/>
            <a:ext cx="6858000" cy="914400"/>
          </a:xfrm>
        </p:spPr>
        <p:txBody>
          <a:bodyPr anchor="b">
            <a:normAutofit/>
          </a:bodyPr>
          <a:lstStyle/>
          <a:p>
            <a:r>
              <a:rPr lang="en-US" sz="3100"/>
              <a:t>Using the Digital Crown, Gestures, and Haptics</a:t>
            </a:r>
          </a:p>
        </p:txBody>
      </p:sp>
      <p:sp>
        <p:nvSpPr>
          <p:cNvPr id="4" name="Content Placeholder 3">
            <a:extLst>
              <a:ext uri="{FF2B5EF4-FFF2-40B4-BE49-F238E27FC236}">
                <a16:creationId xmlns:a16="http://schemas.microsoft.com/office/drawing/2014/main" id="{29EAD785-6185-F4BE-CE92-7EC4B7281A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Digital Crown Navigation</a:t>
            </a:r>
          </a:p>
          <a:p>
            <a:pPr marL="0" lvl="1" indent="0">
              <a:buFont typeface="Arial" panose="020B0604020202020204" pitchFamily="34" charset="0"/>
              <a:buNone/>
            </a:pPr>
            <a:r>
              <a:t>Use the Digital Crown for smooth vertical navigation on watchOS interfaces. It enables precise scrolling and selection control.</a:t>
            </a:r>
            <a:endParaRPr lang="en-US"/>
          </a:p>
          <a:p>
            <a:pPr marL="0" indent="0">
              <a:spcBef>
                <a:spcPts val="2500"/>
              </a:spcBef>
              <a:buFont typeface="Arial" panose="020B0604020202020204" pitchFamily="34" charset="0"/>
              <a:buNone/>
            </a:pPr>
            <a:r>
              <a:rPr lang="en-US" b="1"/>
              <a:t>Simple Gesture Controls</a:t>
            </a:r>
          </a:p>
          <a:p>
            <a:pPr marL="0" lvl="1" indent="0">
              <a:buFont typeface="Arial" panose="020B0604020202020204" pitchFamily="34" charset="0"/>
              <a:buNone/>
            </a:pPr>
            <a:r>
              <a:t>Implement tap and swipe gestures for intuitive user input while avoiding complex gesture flows to maintain usability.</a:t>
            </a:r>
            <a:endParaRPr lang="en-US"/>
          </a:p>
          <a:p>
            <a:pPr marL="0" indent="0">
              <a:spcBef>
                <a:spcPts val="2500"/>
              </a:spcBef>
              <a:buFont typeface="Arial" panose="020B0604020202020204" pitchFamily="34" charset="0"/>
              <a:buNone/>
            </a:pPr>
            <a:r>
              <a:rPr lang="en-US" b="1"/>
              <a:t>Haptic Feedback Importance</a:t>
            </a:r>
          </a:p>
          <a:p>
            <a:pPr marL="0" lvl="1" indent="0">
              <a:buFont typeface="Arial" panose="020B0604020202020204" pitchFamily="34" charset="0"/>
              <a:buNone/>
            </a:pPr>
            <a:r>
              <a:t>Haptic feedback provides tactile confirmation for actions, enhancing the user’s interactive experience and engagement.</a:t>
            </a:r>
            <a:endParaRPr lang="en-US"/>
          </a:p>
          <a:p>
            <a:pPr marL="0" indent="0">
              <a:spcBef>
                <a:spcPts val="2500"/>
              </a:spcBef>
              <a:buFont typeface="Arial" panose="020B0604020202020204" pitchFamily="34" charset="0"/>
              <a:buNone/>
            </a:pPr>
            <a:r>
              <a:rPr lang="en-US" b="1"/>
              <a:t>Accessibility with Touch Equivalents</a:t>
            </a:r>
          </a:p>
          <a:p>
            <a:pPr marL="0" lvl="1" indent="0">
              <a:buFont typeface="Arial" panose="020B0604020202020204" pitchFamily="34" charset="0"/>
              <a:buNone/>
            </a:pPr>
            <a:r>
              <a:t>Offer touch alternatives for Digital Crown inputs to ensure accessibility for all users, improving inclusive design.</a:t>
            </a:r>
            <a:endParaRPr lang="en-US"/>
          </a:p>
        </p:txBody>
      </p:sp>
      <p:pic>
        <p:nvPicPr>
          <p:cNvPr id="5" name="Content Placeholder 4" descr="A man tries on a generic but modern looking touch screen smart-watch on his wrist, holding his forearm up so its visible to the camera.  Horizontal image with copy space.  DESIGN ON SCREEN IS MY OWN.">
            <a:extLst>
              <a:ext uri="{FF2B5EF4-FFF2-40B4-BE49-F238E27FC236}">
                <a16:creationId xmlns:a16="http://schemas.microsoft.com/office/drawing/2014/main" id="{E9A0AEA8-9DC8-4E48-9DCF-3A9545DD4784}"/>
              </a:ext>
            </a:extLst>
          </p:cNvPr>
          <p:cNvPicPr>
            <a:picLocks noGrp="1" noChangeAspect="1"/>
          </p:cNvPicPr>
          <p:nvPr>
            <p:ph type="pic" sz="quarter" idx="18"/>
          </p:nvPr>
        </p:nvPicPr>
        <p:blipFill>
          <a:blip r:embed="rId3"/>
          <a:srcRect l="35142" r="28288"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4288983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BDCB5-2943-88F4-3B31-9451430EA8EC}"/>
              </a:ext>
            </a:extLst>
          </p:cNvPr>
          <p:cNvSpPr>
            <a:spLocks noGrp="1"/>
          </p:cNvSpPr>
          <p:nvPr>
            <p:ph type="ctrTitle"/>
          </p:nvPr>
        </p:nvSpPr>
        <p:spPr>
          <a:xfrm>
            <a:off x="1524001" y="836955"/>
            <a:ext cx="5943600" cy="4649446"/>
          </a:xfrm>
        </p:spPr>
        <p:txBody>
          <a:bodyPr anchor="b">
            <a:normAutofit/>
          </a:bodyPr>
          <a:lstStyle/>
          <a:p>
            <a:r>
              <a:rPr lang="en-US" sz="5600"/>
              <a:t>Accessibility &amp; Inclusive Design</a:t>
            </a:r>
          </a:p>
        </p:txBody>
      </p:sp>
    </p:spTree>
    <p:extLst>
      <p:ext uri="{BB962C8B-B14F-4D97-AF65-F5344CB8AC3E}">
        <p14:creationId xmlns:p14="http://schemas.microsoft.com/office/powerpoint/2010/main" val="18241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E6CD-E1E1-8CAC-8B92-3A0E2934D12A}"/>
              </a:ext>
            </a:extLst>
          </p:cNvPr>
          <p:cNvSpPr>
            <a:spLocks noGrp="1"/>
          </p:cNvSpPr>
          <p:nvPr>
            <p:ph type="title"/>
          </p:nvPr>
        </p:nvSpPr>
        <p:spPr>
          <a:xfrm>
            <a:off x="731520" y="731520"/>
            <a:ext cx="6858000" cy="914400"/>
          </a:xfrm>
        </p:spPr>
        <p:txBody>
          <a:bodyPr anchor="b">
            <a:normAutofit/>
          </a:bodyPr>
          <a:lstStyle/>
          <a:p>
            <a:r>
              <a:rPr lang="en-US" sz="3700"/>
              <a:t>Designing for All Users</a:t>
            </a:r>
          </a:p>
        </p:txBody>
      </p:sp>
      <p:sp>
        <p:nvSpPr>
          <p:cNvPr id="4" name="Content Placeholder 3">
            <a:extLst>
              <a:ext uri="{FF2B5EF4-FFF2-40B4-BE49-F238E27FC236}">
                <a16:creationId xmlns:a16="http://schemas.microsoft.com/office/drawing/2014/main" id="{1F88FA6A-3C27-FBDF-3F6C-5239F5C5191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Accessible VoiceOver Labels</a:t>
            </a:r>
          </a:p>
          <a:p>
            <a:pPr marL="0" lvl="1" indent="0">
              <a:buFont typeface="Arial" panose="020B0604020202020204" pitchFamily="34" charset="0"/>
              <a:buNone/>
            </a:pPr>
            <a:r>
              <a:t>VoiceOver labels must be concise and descriptive for clear user guidance.</a:t>
            </a:r>
            <a:endParaRPr lang="en-US"/>
          </a:p>
          <a:p>
            <a:pPr marL="0" indent="0">
              <a:spcBef>
                <a:spcPts val="2500"/>
              </a:spcBef>
              <a:buFont typeface="Arial" panose="020B0604020202020204" pitchFamily="34" charset="0"/>
              <a:buNone/>
            </a:pPr>
            <a:r>
              <a:rPr lang="en-US" b="1"/>
              <a:t>Proper Hit Target Size</a:t>
            </a:r>
          </a:p>
          <a:p>
            <a:pPr marL="0" lvl="1" indent="0">
              <a:buFont typeface="Arial" panose="020B0604020202020204" pitchFamily="34" charset="0"/>
              <a:buNone/>
            </a:pPr>
            <a:r>
              <a:t>Buttons and controls should have appropriately sized hit targets for small screens.</a:t>
            </a:r>
            <a:endParaRPr lang="en-US"/>
          </a:p>
          <a:p>
            <a:pPr marL="0" indent="0">
              <a:spcBef>
                <a:spcPts val="2500"/>
              </a:spcBef>
              <a:buFont typeface="Arial" panose="020B0604020202020204" pitchFamily="34" charset="0"/>
              <a:buNone/>
            </a:pPr>
            <a:r>
              <a:rPr lang="en-US" b="1"/>
              <a:t>Readable Text Options</a:t>
            </a:r>
          </a:p>
          <a:p>
            <a:pPr marL="0" lvl="1" indent="0">
              <a:buFont typeface="Arial" panose="020B0604020202020204" pitchFamily="34" charset="0"/>
              <a:buNone/>
            </a:pPr>
            <a:r>
              <a:t>Support Dynamic Type and Bold Text to enhance readability for diverse users.</a:t>
            </a:r>
            <a:endParaRPr lang="en-US"/>
          </a:p>
          <a:p>
            <a:pPr marL="0" indent="0">
              <a:spcBef>
                <a:spcPts val="2500"/>
              </a:spcBef>
              <a:buFont typeface="Arial" panose="020B0604020202020204" pitchFamily="34" charset="0"/>
              <a:buNone/>
            </a:pPr>
            <a:r>
              <a:rPr lang="en-US" b="1"/>
              <a:t>Inclusive Testing Practices</a:t>
            </a:r>
          </a:p>
          <a:p>
            <a:pPr marL="0" lvl="1" indent="0">
              <a:buFont typeface="Arial" panose="020B0604020202020204" pitchFamily="34" charset="0"/>
              <a:buNone/>
            </a:pPr>
            <a:r>
              <a:t>Use accessibility settings and tools to test and improve app usability.</a:t>
            </a:r>
            <a:endParaRPr lang="en-US"/>
          </a:p>
        </p:txBody>
      </p:sp>
      <p:pic>
        <p:nvPicPr>
          <p:cNvPr id="5" name="Content Placeholder 4" descr="Smart watch with app used to control washing machines">
            <a:extLst>
              <a:ext uri="{FF2B5EF4-FFF2-40B4-BE49-F238E27FC236}">
                <a16:creationId xmlns:a16="http://schemas.microsoft.com/office/drawing/2014/main" id="{955E3F99-CF91-464E-83D2-1A5586A32E42}"/>
              </a:ext>
            </a:extLst>
          </p:cNvPr>
          <p:cNvPicPr>
            <a:picLocks noGrp="1" noChangeAspect="1"/>
          </p:cNvPicPr>
          <p:nvPr>
            <p:ph type="pic" sz="quarter" idx="18"/>
          </p:nvPr>
        </p:nvPicPr>
        <p:blipFill>
          <a:blip r:embed="rId3"/>
          <a:srcRect l="43247" r="32343"/>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1276149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B09BE-110B-362C-FD15-8AC043BB488E}"/>
              </a:ext>
            </a:extLst>
          </p:cNvPr>
          <p:cNvSpPr>
            <a:spLocks noGrp="1"/>
          </p:cNvSpPr>
          <p:nvPr>
            <p:ph type="ctrTitle"/>
          </p:nvPr>
        </p:nvSpPr>
        <p:spPr>
          <a:xfrm>
            <a:off x="1524001" y="836955"/>
            <a:ext cx="5943600" cy="4649446"/>
          </a:xfrm>
        </p:spPr>
        <p:txBody>
          <a:bodyPr anchor="b">
            <a:normAutofit/>
          </a:bodyPr>
          <a:lstStyle/>
          <a:p>
            <a:r>
              <a:rPr lang="en-US" sz="5000"/>
              <a:t>Performance Optimization &amp; Battery Considerations</a:t>
            </a:r>
          </a:p>
        </p:txBody>
      </p:sp>
    </p:spTree>
    <p:extLst>
      <p:ext uri="{BB962C8B-B14F-4D97-AF65-F5344CB8AC3E}">
        <p14:creationId xmlns:p14="http://schemas.microsoft.com/office/powerpoint/2010/main" val="1107213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B1461-E0DE-82E4-4997-6691784AE34F}"/>
              </a:ext>
            </a:extLst>
          </p:cNvPr>
          <p:cNvSpPr>
            <a:spLocks noGrp="1"/>
          </p:cNvSpPr>
          <p:nvPr>
            <p:ph type="title"/>
          </p:nvPr>
        </p:nvSpPr>
        <p:spPr>
          <a:xfrm>
            <a:off x="731520" y="731520"/>
            <a:ext cx="6858000" cy="914400"/>
          </a:xfrm>
        </p:spPr>
        <p:txBody>
          <a:bodyPr anchor="b">
            <a:normAutofit/>
          </a:bodyPr>
          <a:lstStyle/>
          <a:p>
            <a:r>
              <a:rPr lang="en-US" sz="3100"/>
              <a:t>Efficient Resource Management</a:t>
            </a:r>
          </a:p>
        </p:txBody>
      </p:sp>
      <p:sp>
        <p:nvSpPr>
          <p:cNvPr id="4" name="Content Placeholder 3">
            <a:extLst>
              <a:ext uri="{FF2B5EF4-FFF2-40B4-BE49-F238E27FC236}">
                <a16:creationId xmlns:a16="http://schemas.microsoft.com/office/drawing/2014/main" id="{BDC81C2A-5076-C55C-52F9-2092065E1B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Optimize Image and Network Usage</a:t>
            </a:r>
          </a:p>
          <a:p>
            <a:pPr marL="0" lvl="1" indent="0">
              <a:buFont typeface="Arial" panose="020B0604020202020204" pitchFamily="34" charset="0"/>
              <a:buNone/>
            </a:pPr>
            <a:r>
              <a:t>Reducing image size and network calls significantly lowers battery consumption in wearable apps.</a:t>
            </a:r>
            <a:endParaRPr lang="en-US"/>
          </a:p>
          <a:p>
            <a:pPr marL="0" indent="0">
              <a:spcBef>
                <a:spcPts val="2500"/>
              </a:spcBef>
              <a:buFont typeface="Arial" panose="020B0604020202020204" pitchFamily="34" charset="0"/>
              <a:buNone/>
            </a:pPr>
            <a:r>
              <a:rPr lang="en-US" b="1"/>
              <a:t>Profile and Identify Bottlenecks</a:t>
            </a:r>
          </a:p>
          <a:p>
            <a:pPr marL="0" lvl="1" indent="0">
              <a:buFont typeface="Arial" panose="020B0604020202020204" pitchFamily="34" charset="0"/>
              <a:buNone/>
            </a:pPr>
            <a:r>
              <a:t>Profiling apps helps find performance issues that drain battery life on wearables.</a:t>
            </a:r>
            <a:endParaRPr lang="en-US"/>
          </a:p>
          <a:p>
            <a:pPr marL="0" indent="0">
              <a:spcBef>
                <a:spcPts val="2500"/>
              </a:spcBef>
              <a:buFont typeface="Arial" panose="020B0604020202020204" pitchFamily="34" charset="0"/>
              <a:buNone/>
            </a:pPr>
            <a:r>
              <a:rPr lang="en-US" b="1"/>
              <a:t>Use AsyncImage and Lazy Loading</a:t>
            </a:r>
          </a:p>
          <a:p>
            <a:pPr marL="0" lvl="1" indent="0">
              <a:buFont typeface="Arial" panose="020B0604020202020204" pitchFamily="34" charset="0"/>
              <a:buNone/>
            </a:pPr>
            <a:r>
              <a:t>AsyncImage and lazy loading improve remote content handling and reduce resource use.</a:t>
            </a:r>
            <a:endParaRPr lang="en-US"/>
          </a:p>
          <a:p>
            <a:pPr marL="0" indent="0">
              <a:spcBef>
                <a:spcPts val="2500"/>
              </a:spcBef>
              <a:buFont typeface="Arial" panose="020B0604020202020204" pitchFamily="34" charset="0"/>
              <a:buNone/>
            </a:pPr>
            <a:r>
              <a:rPr lang="en-US" b="1"/>
              <a:t>Test Under Network Conditions</a:t>
            </a:r>
          </a:p>
          <a:p>
            <a:pPr marL="0" lvl="1" indent="0">
              <a:buFont typeface="Arial" panose="020B0604020202020204" pitchFamily="34" charset="0"/>
              <a:buNone/>
            </a:pPr>
            <a:r>
              <a:t>Testing apps on various network speeds and watch sizes ensures smooth, responsive user experience.</a:t>
            </a:r>
            <a:endParaRPr lang="en-US"/>
          </a:p>
        </p:txBody>
      </p:sp>
      <p:pic>
        <p:nvPicPr>
          <p:cNvPr id="5" name="Content Placeholder 4" descr="Some new phones have the ability to charge other phones while on the move. There is no need for cables. The batteries gets charged wirelessly by holding the backside of the phones together. &#10;Note: The design on the screen is my work made in Photoshop and After Effects. Property release attached.">
            <a:extLst>
              <a:ext uri="{FF2B5EF4-FFF2-40B4-BE49-F238E27FC236}">
                <a16:creationId xmlns:a16="http://schemas.microsoft.com/office/drawing/2014/main" id="{D38BD36C-904F-4006-BC55-5B2C0A1271D4}"/>
              </a:ext>
            </a:extLst>
          </p:cNvPr>
          <p:cNvPicPr>
            <a:picLocks noGrp="1" noChangeAspect="1"/>
          </p:cNvPicPr>
          <p:nvPr>
            <p:ph type="pic" sz="quarter" idx="18"/>
          </p:nvPr>
        </p:nvPicPr>
        <p:blipFill>
          <a:blip r:embed="rId3"/>
          <a:srcRect l="34770" r="40912" b="-1"/>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2392318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6B091-3F07-E9B3-2FF1-A04BC25C2020}"/>
              </a:ext>
            </a:extLst>
          </p:cNvPr>
          <p:cNvSpPr>
            <a:spLocks noGrp="1"/>
          </p:cNvSpPr>
          <p:nvPr>
            <p:ph type="ctrTitle"/>
          </p:nvPr>
        </p:nvSpPr>
        <p:spPr>
          <a:xfrm>
            <a:off x="1524001" y="836955"/>
            <a:ext cx="5943600" cy="4649446"/>
          </a:xfrm>
        </p:spPr>
        <p:txBody>
          <a:bodyPr anchor="b">
            <a:normAutofit/>
          </a:bodyPr>
          <a:lstStyle/>
          <a:p>
            <a:r>
              <a:rPr lang="en-US" sz="6800"/>
              <a:t>Hands-on Project: Advanced Rick &amp; Morty Grid</a:t>
            </a:r>
          </a:p>
        </p:txBody>
      </p:sp>
    </p:spTree>
    <p:extLst>
      <p:ext uri="{BB962C8B-B14F-4D97-AF65-F5344CB8AC3E}">
        <p14:creationId xmlns:p14="http://schemas.microsoft.com/office/powerpoint/2010/main" val="22124622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88814-923C-5498-6204-2205D92EFDD4}"/>
              </a:ext>
            </a:extLst>
          </p:cNvPr>
          <p:cNvSpPr>
            <a:spLocks noGrp="1"/>
          </p:cNvSpPr>
          <p:nvPr>
            <p:ph type="title"/>
          </p:nvPr>
        </p:nvSpPr>
        <p:spPr>
          <a:xfrm>
            <a:off x="731520" y="731520"/>
            <a:ext cx="6858000" cy="914400"/>
          </a:xfrm>
        </p:spPr>
        <p:txBody>
          <a:bodyPr anchor="b">
            <a:normAutofit/>
          </a:bodyPr>
          <a:lstStyle/>
          <a:p>
            <a:r>
              <a:rPr lang="en-US" sz="3100"/>
              <a:t>Building a Feature-Rich Interface</a:t>
            </a:r>
          </a:p>
        </p:txBody>
      </p:sp>
      <p:sp>
        <p:nvSpPr>
          <p:cNvPr id="4" name="Content Placeholder 3">
            <a:extLst>
              <a:ext uri="{FF2B5EF4-FFF2-40B4-BE49-F238E27FC236}">
                <a16:creationId xmlns:a16="http://schemas.microsoft.com/office/drawing/2014/main" id="{501B7B92-B067-4F95-1E4B-1AE5305C0D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App Architecture Overview</a:t>
            </a:r>
          </a:p>
          <a:p>
            <a:pPr marL="0" lvl="1" indent="0">
              <a:buFont typeface="Arial" panose="020B0604020202020204" pitchFamily="34" charset="0"/>
              <a:buNone/>
            </a:pPr>
            <a:r>
              <a:t>Architecture includes models, API integration, data store, and views to build the interface.</a:t>
            </a:r>
            <a:endParaRPr lang="en-US"/>
          </a:p>
          <a:p>
            <a:pPr marL="0" indent="0">
              <a:spcBef>
                <a:spcPts val="2500"/>
              </a:spcBef>
              <a:buFont typeface="Arial" panose="020B0604020202020204" pitchFamily="34" charset="0"/>
              <a:buNone/>
            </a:pPr>
            <a:r>
              <a:rPr lang="en-US" b="1"/>
              <a:t>Grid Display of Characters</a:t>
            </a:r>
          </a:p>
          <a:p>
            <a:pPr marL="0" lvl="1" indent="0">
              <a:buFont typeface="Arial" panose="020B0604020202020204" pitchFamily="34" charset="0"/>
              <a:buNone/>
            </a:pPr>
            <a:r>
              <a:t>Character data fetched via HTTP GET is shown in a two-column LazyVGrid with AsyncImage tiles.</a:t>
            </a:r>
            <a:endParaRPr lang="en-US"/>
          </a:p>
          <a:p>
            <a:pPr marL="0" indent="0">
              <a:spcBef>
                <a:spcPts val="2500"/>
              </a:spcBef>
              <a:buFont typeface="Arial" panose="020B0604020202020204" pitchFamily="34" charset="0"/>
              <a:buNone/>
            </a:pPr>
            <a:r>
              <a:rPr lang="en-US" b="1"/>
              <a:t>Dynamic States and Interaction</a:t>
            </a:r>
          </a:p>
          <a:p>
            <a:pPr marL="0" lvl="1" indent="0">
              <a:buFont typeface="Arial" panose="020B0604020202020204" pitchFamily="34" charset="0"/>
              <a:buNone/>
            </a:pPr>
            <a:r>
              <a:t>Includes loading, empty, error states, plus search, filter, favorites, image caching, and haptics.</a:t>
            </a:r>
            <a:endParaRPr lang="en-US"/>
          </a:p>
          <a:p>
            <a:pPr marL="0" indent="0">
              <a:spcBef>
                <a:spcPts val="2500"/>
              </a:spcBef>
              <a:buFont typeface="Arial" panose="020B0604020202020204" pitchFamily="34" charset="0"/>
              <a:buNone/>
            </a:pPr>
            <a:r>
              <a:rPr lang="en-US" b="1"/>
              <a:t>Detail View Experience</a:t>
            </a:r>
          </a:p>
          <a:p>
            <a:pPr marL="0" lvl="1" indent="0">
              <a:buFont typeface="Arial" panose="020B0604020202020204" pitchFamily="34" charset="0"/>
              <a:buNone/>
            </a:pPr>
            <a:r>
              <a:t>Detail view offers scrollable additional character info with enriched user experience features.</a:t>
            </a:r>
            <a:endParaRPr lang="en-US"/>
          </a:p>
        </p:txBody>
      </p:sp>
      <p:pic>
        <p:nvPicPr>
          <p:cNvPr id="5" name="Content Placeholder 4" descr="4K Resolution">
            <a:extLst>
              <a:ext uri="{FF2B5EF4-FFF2-40B4-BE49-F238E27FC236}">
                <a16:creationId xmlns:a16="http://schemas.microsoft.com/office/drawing/2014/main" id="{D0F0DD4A-7D85-4740-B215-D2569B23584F}"/>
              </a:ext>
            </a:extLst>
          </p:cNvPr>
          <p:cNvPicPr>
            <a:picLocks noGrp="1" noChangeAspect="1"/>
          </p:cNvPicPr>
          <p:nvPr>
            <p:ph type="pic" sz="quarter" idx="18"/>
          </p:nvPr>
        </p:nvPicPr>
        <p:blipFill>
          <a:blip r:embed="rId3"/>
          <a:srcRect l="40283" r="39147" b="1"/>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1272483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9BAFB-F589-629D-0877-6B64CA2E5BE3}"/>
              </a:ext>
            </a:extLst>
          </p:cNvPr>
          <p:cNvSpPr>
            <a:spLocks noGrp="1"/>
          </p:cNvSpPr>
          <p:nvPr>
            <p:ph type="ctrTitle"/>
          </p:nvPr>
        </p:nvSpPr>
        <p:spPr>
          <a:xfrm>
            <a:off x="1524001" y="836955"/>
            <a:ext cx="5943600" cy="4649446"/>
          </a:xfrm>
        </p:spPr>
        <p:txBody>
          <a:bodyPr anchor="b">
            <a:normAutofit/>
          </a:bodyPr>
          <a:lstStyle/>
          <a:p>
            <a:r>
              <a:rPr lang="en-US"/>
              <a:t>Practical Exercises &amp; Group Critique</a:t>
            </a:r>
          </a:p>
        </p:txBody>
      </p:sp>
    </p:spTree>
    <p:extLst>
      <p:ext uri="{BB962C8B-B14F-4D97-AF65-F5344CB8AC3E}">
        <p14:creationId xmlns:p14="http://schemas.microsoft.com/office/powerpoint/2010/main" val="29226820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6109-E2B3-DA91-1998-3F04810E4807}"/>
              </a:ext>
            </a:extLst>
          </p:cNvPr>
          <p:cNvSpPr>
            <a:spLocks noGrp="1"/>
          </p:cNvSpPr>
          <p:nvPr>
            <p:ph type="title"/>
          </p:nvPr>
        </p:nvSpPr>
        <p:spPr>
          <a:xfrm>
            <a:off x="731520" y="731520"/>
            <a:ext cx="6858000" cy="914400"/>
          </a:xfrm>
        </p:spPr>
        <p:txBody>
          <a:bodyPr anchor="b">
            <a:normAutofit/>
          </a:bodyPr>
          <a:lstStyle/>
          <a:p>
            <a:r>
              <a:rPr lang="en-US" sz="3100"/>
              <a:t>Collaborative Design Review</a:t>
            </a:r>
          </a:p>
        </p:txBody>
      </p:sp>
      <p:sp>
        <p:nvSpPr>
          <p:cNvPr id="4" name="Content Placeholder 3">
            <a:extLst>
              <a:ext uri="{FF2B5EF4-FFF2-40B4-BE49-F238E27FC236}">
                <a16:creationId xmlns:a16="http://schemas.microsoft.com/office/drawing/2014/main" id="{A5410E2A-92BB-4E03-24A7-4D86FE087C1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Interactive Peer Feedback</a:t>
            </a:r>
          </a:p>
          <a:p>
            <a:pPr marL="0" lvl="1" indent="0">
              <a:buFont typeface="Arial" panose="020B0604020202020204" pitchFamily="34" charset="0"/>
              <a:buNone/>
            </a:pPr>
            <a:r>
              <a:t>Participants present projects and receive constructive feedback from peers and instructors. This fosters an open critique environment.</a:t>
            </a:r>
            <a:endParaRPr lang="en-US"/>
          </a:p>
          <a:p>
            <a:pPr marL="0" indent="0">
              <a:spcBef>
                <a:spcPts val="2500"/>
              </a:spcBef>
              <a:buFont typeface="Arial" panose="020B0604020202020204" pitchFamily="34" charset="0"/>
              <a:buNone/>
            </a:pPr>
            <a:r>
              <a:rPr lang="en-US" b="1"/>
              <a:t>UI Redesign Exercises</a:t>
            </a:r>
          </a:p>
          <a:p>
            <a:pPr marL="0" lvl="1" indent="0">
              <a:buFont typeface="Arial" panose="020B0604020202020204" pitchFamily="34" charset="0"/>
              <a:buNone/>
            </a:pPr>
            <a:r>
              <a:t>Exercises focus on redesigning UI components based on critique to improve usability and aesthetics.</a:t>
            </a:r>
            <a:endParaRPr lang="en-US"/>
          </a:p>
          <a:p>
            <a:pPr marL="0" indent="0">
              <a:spcBef>
                <a:spcPts val="2500"/>
              </a:spcBef>
              <a:buFont typeface="Arial" panose="020B0604020202020204" pitchFamily="34" charset="0"/>
              <a:buNone/>
            </a:pPr>
            <a:r>
              <a:rPr lang="en-US" b="1"/>
              <a:t>Collaboration and Critical Thinking</a:t>
            </a:r>
          </a:p>
          <a:p>
            <a:pPr marL="0" lvl="1" indent="0">
              <a:buFont typeface="Arial" panose="020B0604020202020204" pitchFamily="34" charset="0"/>
              <a:buNone/>
            </a:pPr>
            <a:r>
              <a:t>Group discussions encourage collaboration, critical thinking, and iterative improvement of design solutions.</a:t>
            </a:r>
            <a:endParaRPr lang="en-US"/>
          </a:p>
          <a:p>
            <a:pPr marL="0" indent="0">
              <a:spcBef>
                <a:spcPts val="2500"/>
              </a:spcBef>
              <a:buFont typeface="Arial" panose="020B0604020202020204" pitchFamily="34" charset="0"/>
              <a:buNone/>
            </a:pPr>
            <a:r>
              <a:rPr lang="en-US" b="1"/>
              <a:t>Design Iteration and Refinement</a:t>
            </a:r>
          </a:p>
          <a:p>
            <a:pPr marL="0" lvl="1" indent="0">
              <a:buFont typeface="Arial" panose="020B0604020202020204" pitchFamily="34" charset="0"/>
              <a:buNone/>
            </a:pPr>
            <a:r>
              <a:t>Session highlights the importance of iteration and refinement, supported by visual examples and best practice sharing.</a:t>
            </a:r>
            <a:endParaRPr lang="en-US"/>
          </a:p>
        </p:txBody>
      </p:sp>
      <p:pic>
        <p:nvPicPr>
          <p:cNvPr id="5" name="Content Placeholder 4" descr="People at the meeting desk">
            <a:extLst>
              <a:ext uri="{FF2B5EF4-FFF2-40B4-BE49-F238E27FC236}">
                <a16:creationId xmlns:a16="http://schemas.microsoft.com/office/drawing/2014/main" id="{BE1A92CB-9870-4AFE-88C8-01FB00DCD6E4}"/>
              </a:ext>
            </a:extLst>
          </p:cNvPr>
          <p:cNvPicPr>
            <a:picLocks noGrp="1" noChangeAspect="1"/>
          </p:cNvPicPr>
          <p:nvPr>
            <p:ph type="pic" sz="quarter" idx="18"/>
          </p:nvPr>
        </p:nvPicPr>
        <p:blipFill>
          <a:blip r:embed="rId3"/>
          <a:srcRect l="35707" r="43723" b="1"/>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4143224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77CA4-0BEE-9EDC-FB72-4288F267F90B}"/>
              </a:ext>
            </a:extLst>
          </p:cNvPr>
          <p:cNvSpPr>
            <a:spLocks noGrp="1"/>
          </p:cNvSpPr>
          <p:nvPr>
            <p:ph type="ctrTitle"/>
          </p:nvPr>
        </p:nvSpPr>
        <p:spPr>
          <a:xfrm>
            <a:off x="1524001" y="836955"/>
            <a:ext cx="5943600" cy="4649446"/>
          </a:xfrm>
        </p:spPr>
        <p:txBody>
          <a:bodyPr anchor="b">
            <a:normAutofit/>
          </a:bodyPr>
          <a:lstStyle/>
          <a:p>
            <a:r>
              <a:rPr lang="en-US"/>
              <a:t>Student Backlog &amp; Sprint Planning</a:t>
            </a:r>
          </a:p>
        </p:txBody>
      </p:sp>
    </p:spTree>
    <p:extLst>
      <p:ext uri="{BB962C8B-B14F-4D97-AF65-F5344CB8AC3E}">
        <p14:creationId xmlns:p14="http://schemas.microsoft.com/office/powerpoint/2010/main" val="28040023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99DC7-779A-CC7B-D05A-006752E0BA91}"/>
              </a:ext>
            </a:extLst>
          </p:cNvPr>
          <p:cNvSpPr>
            <a:spLocks noGrp="1"/>
          </p:cNvSpPr>
          <p:nvPr>
            <p:ph type="title"/>
          </p:nvPr>
        </p:nvSpPr>
        <p:spPr>
          <a:xfrm>
            <a:off x="731520" y="731520"/>
            <a:ext cx="6858000" cy="914400"/>
          </a:xfrm>
        </p:spPr>
        <p:txBody>
          <a:bodyPr anchor="b">
            <a:normAutofit/>
          </a:bodyPr>
          <a:lstStyle/>
          <a:p>
            <a:r>
              <a:rPr lang="en-US" sz="3100"/>
              <a:t>Organizing Development Tasks</a:t>
            </a:r>
          </a:p>
        </p:txBody>
      </p:sp>
      <p:sp>
        <p:nvSpPr>
          <p:cNvPr id="4" name="Content Placeholder 3">
            <a:extLst>
              <a:ext uri="{FF2B5EF4-FFF2-40B4-BE49-F238E27FC236}">
                <a16:creationId xmlns:a16="http://schemas.microsoft.com/office/drawing/2014/main" id="{3D3A52A3-5844-C567-DEB2-19E9C0D1EEC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Sprint Structure</a:t>
            </a:r>
          </a:p>
          <a:p>
            <a:pPr marL="0" lvl="1" indent="0">
              <a:buFont typeface="Arial" panose="020B0604020202020204" pitchFamily="34" charset="0"/>
              <a:buNone/>
            </a:pPr>
            <a:r>
              <a:t>Development tasks are divided into three focused sprints to manage workload effectively.</a:t>
            </a:r>
            <a:endParaRPr lang="en-US"/>
          </a:p>
          <a:p>
            <a:pPr marL="0" indent="0">
              <a:spcBef>
                <a:spcPts val="2500"/>
              </a:spcBef>
              <a:buFont typeface="Arial" panose="020B0604020202020204" pitchFamily="34" charset="0"/>
              <a:buNone/>
            </a:pPr>
            <a:r>
              <a:rPr lang="en-US" b="1"/>
              <a:t>Feature Prioritization</a:t>
            </a:r>
          </a:p>
          <a:p>
            <a:pPr marL="0" lvl="1" indent="0">
              <a:buFont typeface="Arial" panose="020B0604020202020204" pitchFamily="34" charset="0"/>
              <a:buNone/>
            </a:pPr>
            <a:r>
              <a:t>Prioritizing features helps allocate resources and effort efficiently during development.</a:t>
            </a:r>
            <a:endParaRPr lang="en-US"/>
          </a:p>
          <a:p>
            <a:pPr marL="0" indent="0">
              <a:spcBef>
                <a:spcPts val="2500"/>
              </a:spcBef>
              <a:buFont typeface="Arial" panose="020B0604020202020204" pitchFamily="34" charset="0"/>
              <a:buNone/>
            </a:pPr>
            <a:r>
              <a:rPr lang="en-US" b="1"/>
              <a:t>Acceptance Criteria and Tasks</a:t>
            </a:r>
          </a:p>
          <a:p>
            <a:pPr marL="0" lvl="1" indent="0">
              <a:buFont typeface="Arial" panose="020B0604020202020204" pitchFamily="34" charset="0"/>
              <a:buNone/>
            </a:pPr>
            <a:r>
              <a:t>Each story has clear acceptance criteria and defined tasks to ensure quality and progress tracking.</a:t>
            </a:r>
            <a:endParaRPr lang="en-US"/>
          </a:p>
          <a:p>
            <a:pPr marL="0" indent="0">
              <a:spcBef>
                <a:spcPts val="2500"/>
              </a:spcBef>
              <a:buFont typeface="Arial" panose="020B0604020202020204" pitchFamily="34" charset="0"/>
              <a:buNone/>
            </a:pPr>
            <a:r>
              <a:rPr lang="en-US" b="1"/>
              <a:t>Agile Best Practices</a:t>
            </a:r>
          </a:p>
          <a:p>
            <a:pPr marL="0" lvl="1" indent="0">
              <a:buFont typeface="Arial" panose="020B0604020202020204" pitchFamily="34" charset="0"/>
              <a:buNone/>
            </a:pPr>
            <a:r>
              <a:t>Using visual diagrams and agile methods improves sprint planning and team collaboration.</a:t>
            </a:r>
            <a:endParaRPr lang="en-US"/>
          </a:p>
        </p:txBody>
      </p:sp>
      <p:pic>
        <p:nvPicPr>
          <p:cNvPr id="5" name="Content Placeholder 4" descr="Business and success concepts!">
            <a:extLst>
              <a:ext uri="{FF2B5EF4-FFF2-40B4-BE49-F238E27FC236}">
                <a16:creationId xmlns:a16="http://schemas.microsoft.com/office/drawing/2014/main" id="{1F34A0BA-23BA-4295-BA31-DC4C30027CAE}"/>
              </a:ext>
            </a:extLst>
          </p:cNvPr>
          <p:cNvPicPr>
            <a:picLocks noGrp="1" noChangeAspect="1"/>
          </p:cNvPicPr>
          <p:nvPr>
            <p:ph type="pic" sz="quarter" idx="18"/>
          </p:nvPr>
        </p:nvPicPr>
        <p:blipFill>
          <a:blip r:embed="rId3"/>
          <a:srcRect l="33064" r="40790" b="1"/>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2892694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80B7-636D-790F-B243-696860F88A67}"/>
              </a:ext>
            </a:extLst>
          </p:cNvPr>
          <p:cNvSpPr>
            <a:spLocks noGrp="1"/>
          </p:cNvSpPr>
          <p:nvPr>
            <p:ph type="ctrTitle"/>
          </p:nvPr>
        </p:nvSpPr>
        <p:spPr>
          <a:xfrm>
            <a:off x="1524001" y="836955"/>
            <a:ext cx="5943600" cy="4649446"/>
          </a:xfrm>
        </p:spPr>
        <p:txBody>
          <a:bodyPr anchor="b">
            <a:normAutofit/>
          </a:bodyPr>
          <a:lstStyle/>
          <a:p>
            <a:r>
              <a:rPr lang="en-US" sz="6800"/>
              <a:t>Evaluation Rubric &amp; Submission Guidelines</a:t>
            </a:r>
          </a:p>
        </p:txBody>
      </p:sp>
    </p:spTree>
    <p:extLst>
      <p:ext uri="{BB962C8B-B14F-4D97-AF65-F5344CB8AC3E}">
        <p14:creationId xmlns:p14="http://schemas.microsoft.com/office/powerpoint/2010/main" val="2071591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C2B0-E68C-7D0B-B6DA-8D988E88E5C0}"/>
              </a:ext>
            </a:extLst>
          </p:cNvPr>
          <p:cNvSpPr>
            <a:spLocks noGrp="1"/>
          </p:cNvSpPr>
          <p:nvPr>
            <p:ph type="title"/>
          </p:nvPr>
        </p:nvSpPr>
        <p:spPr>
          <a:xfrm>
            <a:off x="731520" y="731520"/>
            <a:ext cx="3657600" cy="2011680"/>
          </a:xfrm>
        </p:spPr>
        <p:txBody>
          <a:bodyPr anchor="t">
            <a:normAutofit/>
          </a:bodyPr>
          <a:lstStyle/>
          <a:p>
            <a:r>
              <a:rPr lang="en-US"/>
              <a:t>Assessing Project Quality</a:t>
            </a:r>
          </a:p>
        </p:txBody>
      </p:sp>
      <p:pic>
        <p:nvPicPr>
          <p:cNvPr id="5" name="Content Placeholder 4" descr="Customer satisfaction survey feedback">
            <a:extLst>
              <a:ext uri="{FF2B5EF4-FFF2-40B4-BE49-F238E27FC236}">
                <a16:creationId xmlns:a16="http://schemas.microsoft.com/office/drawing/2014/main" id="{F4EB182C-4428-4E12-BEBA-D3AC438D65B9}"/>
              </a:ext>
            </a:extLst>
          </p:cNvPr>
          <p:cNvPicPr>
            <a:picLocks noGrp="1" noChangeAspect="1"/>
          </p:cNvPicPr>
          <p:nvPr>
            <p:ph type="pic" sz="quarter" idx="19"/>
          </p:nvPr>
        </p:nvPicPr>
        <p:blipFill>
          <a:blip r:embed="rId3"/>
          <a:stretch/>
        </p:blipFill>
        <p:spPr>
          <a:xfrm>
            <a:off x="1038623" y="3723344"/>
            <a:ext cx="2542791" cy="1697312"/>
          </a:xfrm>
          <a:prstGeom prst="rect">
            <a:avLst/>
          </a:prstGeom>
          <a:noFill/>
        </p:spPr>
      </p:pic>
      <p:sp>
        <p:nvSpPr>
          <p:cNvPr id="4" name="Content Placeholder 3">
            <a:extLst>
              <a:ext uri="{FF2B5EF4-FFF2-40B4-BE49-F238E27FC236}">
                <a16:creationId xmlns:a16="http://schemas.microsoft.com/office/drawing/2014/main" id="{5078AFFB-1E9D-6486-FF6B-D7ABAB63759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6320" y="731520"/>
            <a:ext cx="5920354" cy="5171831"/>
          </a:xfrm>
        </p:spPr>
        <p:txBody>
          <a:bodyPr>
            <a:normAutofit/>
          </a:bodyPr>
          <a:lstStyle/>
          <a:p>
            <a:pPr marL="0" indent="0">
              <a:spcBef>
                <a:spcPts val="2500"/>
              </a:spcBef>
              <a:buFont typeface="Arial" panose="020B0604020202020204" pitchFamily="34" charset="0"/>
              <a:buNone/>
            </a:pPr>
            <a:r>
              <a:rPr lang="en-US" b="1"/>
              <a:t>UX Quality Criteria</a:t>
            </a:r>
          </a:p>
          <a:p>
            <a:pPr marL="0" lvl="1" indent="0">
              <a:buFont typeface="Arial" panose="020B0604020202020204" pitchFamily="34" charset="0"/>
              <a:buNone/>
            </a:pPr>
            <a:r>
              <a:t>UX quality is evaluated by glanceability, clear hierarchy, and feedback mechanisms.</a:t>
            </a:r>
            <a:endParaRPr lang="en-US"/>
          </a:p>
          <a:p>
            <a:pPr marL="0" indent="0">
              <a:spcBef>
                <a:spcPts val="2500"/>
              </a:spcBef>
              <a:buFont typeface="Arial" panose="020B0604020202020204" pitchFamily="34" charset="0"/>
              <a:buNone/>
            </a:pPr>
            <a:r>
              <a:rPr lang="en-US" b="1"/>
              <a:t>Code Quality Focus</a:t>
            </a:r>
          </a:p>
          <a:p>
            <a:pPr marL="0" lvl="1" indent="0">
              <a:buFont typeface="Arial" panose="020B0604020202020204" pitchFamily="34" charset="0"/>
              <a:buNone/>
            </a:pPr>
            <a:r>
              <a:t>Code quality emphasizes MVVM architecture and the use of async/await for efficiency.</a:t>
            </a:r>
            <a:endParaRPr lang="en-US"/>
          </a:p>
          <a:p>
            <a:pPr marL="0" indent="0">
              <a:spcBef>
                <a:spcPts val="2500"/>
              </a:spcBef>
              <a:buFont typeface="Arial" panose="020B0604020202020204" pitchFamily="34" charset="0"/>
              <a:buNone/>
            </a:pPr>
            <a:r>
              <a:rPr lang="en-US" b="1"/>
              <a:t>Performance Metrics</a:t>
            </a:r>
          </a:p>
          <a:p>
            <a:pPr marL="0" lvl="1" indent="0">
              <a:buFont typeface="Arial" panose="020B0604020202020204" pitchFamily="34" charset="0"/>
              <a:buNone/>
            </a:pPr>
            <a:r>
              <a:t>Performance is judged by smooth scrolling and minimal network usage to enhance experience.</a:t>
            </a:r>
            <a:endParaRPr lang="en-US"/>
          </a:p>
          <a:p>
            <a:pPr marL="0" indent="0">
              <a:spcBef>
                <a:spcPts val="2500"/>
              </a:spcBef>
              <a:buFont typeface="Arial" panose="020B0604020202020204" pitchFamily="34" charset="0"/>
              <a:buNone/>
            </a:pPr>
            <a:r>
              <a:rPr lang="en-US" b="1"/>
              <a:t>Accessibility Standards</a:t>
            </a:r>
          </a:p>
          <a:p>
            <a:pPr marL="0" lvl="1" indent="0">
              <a:buFont typeface="Arial" panose="020B0604020202020204" pitchFamily="34" charset="0"/>
              <a:buNone/>
            </a:pPr>
            <a:r>
              <a:t>Accessibility is assessed through labels, contrast, and Dynamic Type support for inclusivity.</a:t>
            </a:r>
            <a:endParaRPr lang="en-US"/>
          </a:p>
        </p:txBody>
      </p:sp>
    </p:spTree>
    <p:extLst>
      <p:ext uri="{BB962C8B-B14F-4D97-AF65-F5344CB8AC3E}">
        <p14:creationId xmlns:p14="http://schemas.microsoft.com/office/powerpoint/2010/main" val="1265209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629E-D1E1-8F25-19CF-731ABEF8E4A4}"/>
              </a:ext>
            </a:extLst>
          </p:cNvPr>
          <p:cNvSpPr>
            <a:spLocks noGrp="1"/>
          </p:cNvSpPr>
          <p:nvPr>
            <p:ph type="ctrTitle"/>
          </p:nvPr>
        </p:nvSpPr>
        <p:spPr>
          <a:xfrm>
            <a:off x="1524001" y="836955"/>
            <a:ext cx="5943600" cy="4649446"/>
          </a:xfrm>
        </p:spPr>
        <p:txBody>
          <a:bodyPr anchor="b">
            <a:normAutofit/>
          </a:bodyPr>
          <a:lstStyle/>
          <a:p>
            <a:r>
              <a:rPr lang="en-US" sz="6800"/>
              <a:t>References &amp; Further Reading</a:t>
            </a:r>
          </a:p>
        </p:txBody>
      </p:sp>
    </p:spTree>
    <p:extLst>
      <p:ext uri="{BB962C8B-B14F-4D97-AF65-F5344CB8AC3E}">
        <p14:creationId xmlns:p14="http://schemas.microsoft.com/office/powerpoint/2010/main" val="412145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3E217-2764-AFB9-4DCC-727A2E75B59F}"/>
              </a:ext>
            </a:extLst>
          </p:cNvPr>
          <p:cNvSpPr>
            <a:spLocks noGrp="1"/>
          </p:cNvSpPr>
          <p:nvPr>
            <p:ph type="title"/>
          </p:nvPr>
        </p:nvSpPr>
        <p:spPr>
          <a:xfrm>
            <a:off x="731520" y="731520"/>
            <a:ext cx="6858000" cy="914400"/>
          </a:xfrm>
        </p:spPr>
        <p:txBody>
          <a:bodyPr anchor="b">
            <a:normAutofit/>
          </a:bodyPr>
          <a:lstStyle/>
          <a:p>
            <a:r>
              <a:rPr lang="en-US" sz="3100"/>
              <a:t>Resources for Continued Learning</a:t>
            </a:r>
          </a:p>
        </p:txBody>
      </p:sp>
      <p:sp>
        <p:nvSpPr>
          <p:cNvPr id="4" name="Content Placeholder 3">
            <a:extLst>
              <a:ext uri="{FF2B5EF4-FFF2-40B4-BE49-F238E27FC236}">
                <a16:creationId xmlns:a16="http://schemas.microsoft.com/office/drawing/2014/main" id="{23514FD8-EC67-268A-93A9-BF1F8C3B8A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984248"/>
            <a:ext cx="6858000" cy="4306770"/>
          </a:xfrm>
        </p:spPr>
        <p:txBody>
          <a:bodyPr>
            <a:normAutofit/>
          </a:bodyPr>
          <a:lstStyle/>
          <a:p>
            <a:pPr marL="0" indent="0">
              <a:spcBef>
                <a:spcPts val="2500"/>
              </a:spcBef>
              <a:buFont typeface="Arial" panose="020B0604020202020204" pitchFamily="34" charset="0"/>
              <a:buNone/>
            </a:pPr>
            <a:r>
              <a:rPr lang="en-US" b="1"/>
              <a:t>Human Interface Guidelines</a:t>
            </a:r>
          </a:p>
          <a:p>
            <a:pPr marL="0" lvl="1" indent="0">
              <a:buFont typeface="Arial" panose="020B0604020202020204" pitchFamily="34" charset="0"/>
              <a:buNone/>
            </a:pPr>
            <a:r>
              <a:t>Explore Apple's watchOS Human Interface Guidelines to design intuitive user experiences.</a:t>
            </a:r>
            <a:endParaRPr lang="en-US"/>
          </a:p>
          <a:p>
            <a:pPr marL="0" indent="0">
              <a:spcBef>
                <a:spcPts val="2500"/>
              </a:spcBef>
              <a:buFont typeface="Arial" panose="020B0604020202020204" pitchFamily="34" charset="0"/>
              <a:buNone/>
            </a:pPr>
            <a:r>
              <a:rPr lang="en-US" b="1"/>
              <a:t>SwiftUI Documentation</a:t>
            </a:r>
          </a:p>
          <a:p>
            <a:pPr marL="0" lvl="1" indent="0">
              <a:buFont typeface="Arial" panose="020B0604020202020204" pitchFamily="34" charset="0"/>
              <a:buNone/>
            </a:pPr>
            <a:r>
              <a:t>Review SwiftUI docs for AsyncImage, Lists, and ScrollViews to build responsive interfaces.</a:t>
            </a:r>
            <a:endParaRPr lang="en-US"/>
          </a:p>
          <a:p>
            <a:pPr marL="0" indent="0">
              <a:spcBef>
                <a:spcPts val="2500"/>
              </a:spcBef>
              <a:buFont typeface="Arial" panose="020B0604020202020204" pitchFamily="34" charset="0"/>
              <a:buNone/>
            </a:pPr>
            <a:r>
              <a:rPr lang="en-US" b="1"/>
              <a:t>Typography Guidance</a:t>
            </a:r>
          </a:p>
          <a:p>
            <a:pPr marL="0" lvl="1" indent="0">
              <a:buFont typeface="Arial" panose="020B0604020202020204" pitchFamily="34" charset="0"/>
              <a:buNone/>
            </a:pPr>
            <a:r>
              <a:t>Learn about SF Compact typography to enhance readability and visual appeal on watchOS.</a:t>
            </a:r>
            <a:endParaRPr lang="en-US"/>
          </a:p>
          <a:p>
            <a:pPr marL="0" indent="0">
              <a:spcBef>
                <a:spcPts val="2500"/>
              </a:spcBef>
              <a:buFont typeface="Arial" panose="020B0604020202020204" pitchFamily="34" charset="0"/>
              <a:buNone/>
            </a:pPr>
            <a:r>
              <a:rPr lang="en-US" b="1"/>
              <a:t>WWDC Sessions</a:t>
            </a:r>
          </a:p>
          <a:p>
            <a:pPr marL="0" lvl="1" indent="0">
              <a:buFont typeface="Arial" panose="020B0604020202020204" pitchFamily="34" charset="0"/>
              <a:buNone/>
            </a:pPr>
            <a:r>
              <a:t>Watch WWDC sessions for expert advice on designing and building for watchOS.</a:t>
            </a:r>
            <a:endParaRPr lang="en-US"/>
          </a:p>
        </p:txBody>
      </p:sp>
      <p:pic>
        <p:nvPicPr>
          <p:cNvPr id="5" name="Content Placeholder 4" descr="Venezuelan Arepas con Carne - Venezuelan Arepas with Meat, Tomato and Guacamole">
            <a:extLst>
              <a:ext uri="{FF2B5EF4-FFF2-40B4-BE49-F238E27FC236}">
                <a16:creationId xmlns:a16="http://schemas.microsoft.com/office/drawing/2014/main" id="{F0E79603-741D-40DA-99BD-5ADC81756BF0}"/>
              </a:ext>
            </a:extLst>
          </p:cNvPr>
          <p:cNvPicPr>
            <a:picLocks noGrp="1" noChangeAspect="1"/>
          </p:cNvPicPr>
          <p:nvPr>
            <p:ph type="pic" sz="quarter" idx="18"/>
          </p:nvPr>
        </p:nvPicPr>
        <p:blipFill>
          <a:blip r:embed="rId3"/>
          <a:srcRect l="25632" r="19582" b="-2"/>
          <a:stretch>
            <a:fillRect/>
          </a:stretch>
        </p:blipFill>
        <p:spPr>
          <a:xfrm>
            <a:off x="9603033" y="301752"/>
            <a:ext cx="2287214" cy="6254496"/>
          </a:xfrm>
          <a:prstGeom prst="rect">
            <a:avLst/>
          </a:prstGeom>
          <a:noFill/>
        </p:spPr>
      </p:pic>
    </p:spTree>
    <p:extLst>
      <p:ext uri="{BB962C8B-B14F-4D97-AF65-F5344CB8AC3E}">
        <p14:creationId xmlns:p14="http://schemas.microsoft.com/office/powerpoint/2010/main" val="3488314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Galaxy">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schemas.microsoft.com/sharepoint/v3"/>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16c05727-aa75-4e4a-9b5f-8a80a1165891"/>
    <ds:schemaRef ds:uri="http://purl.org/dc/dcmitype/"/>
    <ds:schemaRef ds:uri="http://schemas.openxmlformats.org/package/2006/metadata/core-properties"/>
    <ds:schemaRef ds:uri="http://purl.org/dc/elements/1.1/"/>
    <ds:schemaRef ds:uri="230e9df3-be65-4c73-a93b-d1236ebd677e"/>
    <ds:schemaRef ds:uri="71af3243-3dd4-4a8d-8c0d-dd76da1f02a5"/>
    <ds:schemaRef ds:uri="http://purl.org/dc/terms/"/>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522</TotalTime>
  <Words>4</Words>
  <Application>Microsoft Office PowerPoint</Application>
  <PresentationFormat>Widescreen</PresentationFormat>
  <Paragraphs>2</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Galaxy</vt:lpstr>
      <vt:lpstr>Designing for Wearables (watchOS) - Advanced Workshop</vt:lpstr>
      <vt:lpstr>Introduction &amp; Goals</vt:lpstr>
      <vt:lpstr>Workshop Overview and Objectives</vt:lpstr>
      <vt:lpstr>Why Wearables Are Different</vt:lpstr>
      <vt:lpstr>Design Constraints and User Context</vt:lpstr>
      <vt:lpstr>watchOS Design Principles</vt:lpstr>
      <vt:lpstr>Core Guidelines and Personalization</vt:lpstr>
      <vt:lpstr>Navigation &amp; Layout Best Practices</vt:lpstr>
      <vt:lpstr>Implementing Shallow Hierarchies and Scrollable Views</vt:lpstr>
      <vt:lpstr>Typography, Color, and Imagery</vt:lpstr>
      <vt:lpstr>Designing for Legibility and Performance</vt:lpstr>
      <vt:lpstr>Input &amp; Feedback</vt:lpstr>
      <vt:lpstr>Using the Digital Crown, Gestures, and Haptics</vt:lpstr>
      <vt:lpstr>Accessibility &amp; Inclusive Design</vt:lpstr>
      <vt:lpstr>Designing for All Users</vt:lpstr>
      <vt:lpstr>Performance Optimization &amp; Battery Considerations</vt:lpstr>
      <vt:lpstr>Efficient Resource Management</vt:lpstr>
      <vt:lpstr>Hands-on Project: Advanced Rick &amp; Morty Grid</vt:lpstr>
      <vt:lpstr>Building a Feature-Rich Interface</vt:lpstr>
      <vt:lpstr>Practical Exercises &amp; Group Critique</vt:lpstr>
      <vt:lpstr>Collaborative Design Review</vt:lpstr>
      <vt:lpstr>Student Backlog &amp; Sprint Planning</vt:lpstr>
      <vt:lpstr>Organizing Development Tasks</vt:lpstr>
      <vt:lpstr>Evaluation Rubric &amp; Submission Guidelines</vt:lpstr>
      <vt:lpstr>Assessing Project Quality</vt:lpstr>
      <vt:lpstr>References &amp; Further Reading</vt:lpstr>
      <vt:lpstr>Resources for Continued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2025-05-21T23:03:00Z</dcterms:created>
  <dcterms:modified xsi:type="dcterms:W3CDTF">2025-10-25T17:54:21Z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